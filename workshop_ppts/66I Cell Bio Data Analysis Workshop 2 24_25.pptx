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y="5143500" cx="9144000"/>
  <p:notesSz cx="6858000" cy="9144000"/>
  <p:embeddedFontLst>
    <p:embeddedFont>
      <p:font typeface="Roboto"/>
      <p:regular r:id="rId19"/>
      <p:bold r:id="rId20"/>
      <p:italic r:id="rId21"/>
      <p:boldItalic r:id="rId22"/>
    </p:embeddedFont>
    <p:embeddedFont>
      <p:font typeface="Helvetica Neue"/>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HelveticaNeue-bold.fntdata"/><Relationship Id="rId23" Type="http://schemas.openxmlformats.org/officeDocument/2006/relationships/font" Target="fonts/HelveticaNeu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font" Target="fonts/HelveticaNeue-boldItalic.fntdata"/><Relationship Id="rId25" Type="http://schemas.openxmlformats.org/officeDocument/2006/relationships/font" Target="fonts/HelveticaNeue-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font" Target="fonts/Roboto-regular.fntdata"/><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nature.com/articles/srep02369" TargetMode="External"/><Relationship Id="rId3" Type="http://schemas.openxmlformats.org/officeDocument/2006/relationships/hyperlink" Target="https://www.sciencedirect.com/science/article/pii/S1357272517300055"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b8141f22d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b8141f22d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300">
              <a:solidFill>
                <a:srgbClr val="343A40"/>
              </a:solidFill>
              <a:highlight>
                <a:srgbClr val="FFFFFF"/>
              </a:highlight>
              <a:latin typeface="Roboto"/>
              <a:ea typeface="Roboto"/>
              <a:cs typeface="Roboto"/>
              <a:sym typeface="Roboto"/>
            </a:endParaRPr>
          </a:p>
          <a:p>
            <a:pPr indent="0" lvl="0" marL="0" rtl="0" algn="l">
              <a:lnSpc>
                <a:spcPct val="115000"/>
              </a:lnSpc>
              <a:spcBef>
                <a:spcPts val="1800"/>
              </a:spcBef>
              <a:spcAft>
                <a:spcPts val="0"/>
              </a:spcAft>
              <a:buNone/>
            </a:pPr>
            <a:r>
              <a:t/>
            </a:r>
            <a:endParaRPr sz="1300">
              <a:solidFill>
                <a:srgbClr val="343A40"/>
              </a:solidFill>
              <a:highlight>
                <a:srgbClr val="FFFFFF"/>
              </a:highlight>
              <a:latin typeface="Roboto"/>
              <a:ea typeface="Roboto"/>
              <a:cs typeface="Roboto"/>
              <a:sym typeface="Roboto"/>
            </a:endParaRPr>
          </a:p>
          <a:p>
            <a:pPr indent="-311150" lvl="0" marL="457200" rtl="0" algn="l">
              <a:lnSpc>
                <a:spcPct val="115000"/>
              </a:lnSpc>
              <a:spcBef>
                <a:spcPts val="1800"/>
              </a:spcBef>
              <a:spcAft>
                <a:spcPts val="0"/>
              </a:spcAft>
              <a:buClr>
                <a:srgbClr val="343A40"/>
              </a:buClr>
              <a:buSzPts val="1300"/>
              <a:buFont typeface="Roboto"/>
              <a:buChar char="●"/>
            </a:pPr>
            <a:r>
              <a:rPr lang="en" sz="1300">
                <a:solidFill>
                  <a:srgbClr val="343A40"/>
                </a:solidFill>
                <a:highlight>
                  <a:srgbClr val="FFFFFF"/>
                </a:highlight>
                <a:latin typeface="Roboto"/>
                <a:ea typeface="Roboto"/>
                <a:cs typeface="Roboto"/>
                <a:sym typeface="Roboto"/>
              </a:rPr>
              <a:t>How to make your data analysis reproducible and well-explained</a:t>
            </a:r>
            <a:endParaRPr sz="1300">
              <a:solidFill>
                <a:srgbClr val="343A40"/>
              </a:solidFill>
              <a:highlight>
                <a:srgbClr val="FFFFFF"/>
              </a:highlight>
              <a:latin typeface="Roboto"/>
              <a:ea typeface="Roboto"/>
              <a:cs typeface="Roboto"/>
              <a:sym typeface="Roboto"/>
            </a:endParaRPr>
          </a:p>
          <a:p>
            <a:pPr indent="0" lvl="0" marL="0" rtl="0" algn="l">
              <a:lnSpc>
                <a:spcPct val="115000"/>
              </a:lnSpc>
              <a:spcBef>
                <a:spcPts val="1800"/>
              </a:spcBef>
              <a:spcAft>
                <a:spcPts val="0"/>
              </a:spcAft>
              <a:buClr>
                <a:schemeClr val="dk1"/>
              </a:buClr>
              <a:buSzPts val="1100"/>
              <a:buFont typeface="Arial"/>
              <a:buNone/>
            </a:pPr>
            <a:r>
              <a:rPr lang="en" sz="1300">
                <a:solidFill>
                  <a:srgbClr val="343A40"/>
                </a:solidFill>
                <a:highlight>
                  <a:srgbClr val="FFFFFF"/>
                </a:highlight>
                <a:latin typeface="Roboto"/>
                <a:ea typeface="Roboto"/>
                <a:cs typeface="Roboto"/>
                <a:sym typeface="Roboto"/>
              </a:rPr>
              <a:t>Thinking like a data scientist</a:t>
            </a:r>
            <a:endParaRPr sz="1300">
              <a:solidFill>
                <a:srgbClr val="343A40"/>
              </a:solidFill>
              <a:highlight>
                <a:srgbClr val="FFFFFF"/>
              </a:highlight>
              <a:latin typeface="Roboto"/>
              <a:ea typeface="Roboto"/>
              <a:cs typeface="Roboto"/>
              <a:sym typeface="Roboto"/>
            </a:endParaRPr>
          </a:p>
          <a:p>
            <a:pPr indent="-311150" lvl="0" marL="457200" rtl="0" algn="l">
              <a:lnSpc>
                <a:spcPct val="115000"/>
              </a:lnSpc>
              <a:spcBef>
                <a:spcPts val="1800"/>
              </a:spcBef>
              <a:spcAft>
                <a:spcPts val="0"/>
              </a:spcAft>
              <a:buClr>
                <a:srgbClr val="343A40"/>
              </a:buClr>
              <a:buSzPts val="1300"/>
              <a:buFont typeface="Roboto"/>
              <a:buChar char="●"/>
            </a:pPr>
            <a:r>
              <a:rPr lang="en" sz="1300">
                <a:solidFill>
                  <a:srgbClr val="343A40"/>
                </a:solidFill>
                <a:highlight>
                  <a:srgbClr val="FFFFFF"/>
                </a:highlight>
                <a:latin typeface="Roboto"/>
                <a:ea typeface="Roboto"/>
                <a:cs typeface="Roboto"/>
                <a:sym typeface="Roboto"/>
              </a:rPr>
              <a:t>How to interpret data with care</a:t>
            </a:r>
            <a:endParaRPr sz="1300">
              <a:solidFill>
                <a:srgbClr val="343A40"/>
              </a:solidFill>
              <a:highlight>
                <a:srgbClr val="FFFFFF"/>
              </a:highlight>
              <a:latin typeface="Roboto"/>
              <a:ea typeface="Roboto"/>
              <a:cs typeface="Roboto"/>
              <a:sym typeface="Roboto"/>
            </a:endParaRPr>
          </a:p>
          <a:p>
            <a:pPr indent="-311150" lvl="0" marL="457200" rtl="0" algn="l">
              <a:lnSpc>
                <a:spcPct val="115000"/>
              </a:lnSpc>
              <a:spcBef>
                <a:spcPts val="0"/>
              </a:spcBef>
              <a:spcAft>
                <a:spcPts val="0"/>
              </a:spcAft>
              <a:buClr>
                <a:srgbClr val="343A40"/>
              </a:buClr>
              <a:buSzPts val="1300"/>
              <a:buFont typeface="Roboto"/>
              <a:buChar char="●"/>
            </a:pPr>
            <a:r>
              <a:rPr lang="en" sz="1300">
                <a:solidFill>
                  <a:srgbClr val="343A40"/>
                </a:solidFill>
                <a:highlight>
                  <a:srgbClr val="FFFFFF"/>
                </a:highlight>
                <a:latin typeface="Roboto"/>
                <a:ea typeface="Roboto"/>
                <a:cs typeface="Roboto"/>
                <a:sym typeface="Roboto"/>
              </a:rPr>
              <a:t>How to integrate knowledge from laboratory work and computational analysis</a:t>
            </a:r>
            <a:endParaRPr sz="1300">
              <a:solidFill>
                <a:srgbClr val="343A40"/>
              </a:solidFill>
              <a:highlight>
                <a:srgbClr val="FFFFFF"/>
              </a:highlight>
              <a:latin typeface="Roboto"/>
              <a:ea typeface="Roboto"/>
              <a:cs typeface="Roboto"/>
              <a:sym typeface="Roboto"/>
            </a:endParaRPr>
          </a:p>
          <a:p>
            <a:pPr indent="0" lvl="0" marL="0" rtl="0" algn="l">
              <a:spcBef>
                <a:spcPts val="18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b87d821a9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b87d821a9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b435ced70c_0_254:notes"/>
          <p:cNvSpPr/>
          <p:nvPr>
            <p:ph idx="2" type="sldImg"/>
          </p:nvPr>
        </p:nvSpPr>
        <p:spPr>
          <a:xfrm>
            <a:off x="91278" y="685838"/>
            <a:ext cx="6675600" cy="3429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g2b435ced70c_0_254:notes"/>
          <p:cNvSpPr txBox="1"/>
          <p:nvPr>
            <p:ph idx="1" type="body"/>
          </p:nvPr>
        </p:nvSpPr>
        <p:spPr>
          <a:xfrm>
            <a:off x="685801" y="4343407"/>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171450" lvl="0" marL="171450" rtl="0" algn="l">
              <a:spcBef>
                <a:spcPts val="0"/>
              </a:spcBef>
              <a:spcAft>
                <a:spcPts val="0"/>
              </a:spcAft>
              <a:buClr>
                <a:schemeClr val="dk1"/>
              </a:buClr>
              <a:buSzPts val="1200"/>
              <a:buFont typeface="Calibri"/>
              <a:buChar char="-"/>
            </a:pPr>
            <a:r>
              <a:rPr lang="en"/>
              <a:t>Isolated a heterogenous population of adherent BM – MSCs from a femoral head of donor undergoing a routine hip replacement.</a:t>
            </a:r>
            <a:endParaRPr/>
          </a:p>
          <a:p>
            <a:pPr indent="-171450" lvl="0" marL="171450" rtl="0" algn="l">
              <a:spcBef>
                <a:spcPts val="0"/>
              </a:spcBef>
              <a:spcAft>
                <a:spcPts val="0"/>
              </a:spcAft>
              <a:buClr>
                <a:schemeClr val="dk1"/>
              </a:buClr>
              <a:buSzPts val="1200"/>
              <a:buFont typeface="Calibri"/>
              <a:buChar char="-"/>
            </a:pPr>
            <a:r>
              <a:rPr lang="en"/>
              <a:t>Lentivirus was used to transduce overexpression of hTERT into the cells and then clonal lines were selected by plating at low density and isolation with cloning cylinders </a:t>
            </a:r>
            <a:endParaRPr/>
          </a:p>
          <a:p>
            <a:pPr indent="-171450" lvl="0" marL="171450" rtl="0" algn="l">
              <a:spcBef>
                <a:spcPts val="0"/>
              </a:spcBef>
              <a:spcAft>
                <a:spcPts val="0"/>
              </a:spcAft>
              <a:buClr>
                <a:schemeClr val="dk1"/>
              </a:buClr>
              <a:buSzPts val="1200"/>
              <a:buFont typeface="Calibri"/>
              <a:buChar char="-"/>
            </a:pPr>
            <a:r>
              <a:rPr lang="en"/>
              <a:t>clonal lines focused upon were selected as they displayed stable growth characteristics  </a:t>
            </a:r>
            <a:endParaRPr/>
          </a:p>
        </p:txBody>
      </p:sp>
      <p:sp>
        <p:nvSpPr>
          <p:cNvPr id="176" name="Google Shape;176;g2b435ced70c_0_254:notes"/>
          <p:cNvSpPr txBox="1"/>
          <p:nvPr>
            <p:ph idx="12" type="sldNum"/>
          </p:nvPr>
        </p:nvSpPr>
        <p:spPr>
          <a:xfrm>
            <a:off x="3884613" y="8685224"/>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b44ee0b4b2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b44ee0b4b2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In-vitro analysis of MSC migration of clonal lines appears to show variation in cell shape and migration - could this be a useful property to identify MSC subtypes if it correlated with stem cell potency?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bb9ec22d2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bb9ec22d2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bb9ec22d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bb9ec22d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Sample is illuminated by a laser, the beam is scattered when it contacts the cells and creates a diffraction pattern. The diffraction patterns are processed by an </a:t>
            </a:r>
            <a:r>
              <a:rPr lang="en"/>
              <a:t>algorithm</a:t>
            </a:r>
            <a:r>
              <a:rPr lang="en"/>
              <a:t> to obtain </a:t>
            </a:r>
            <a:r>
              <a:rPr lang="en"/>
              <a:t>quantitative</a:t>
            </a:r>
            <a:r>
              <a:rPr lang="en"/>
              <a:t> </a:t>
            </a:r>
            <a:r>
              <a:rPr lang="en"/>
              <a:t>information</a:t>
            </a:r>
            <a:r>
              <a:rPr lang="en"/>
              <a:t> about the cells. The software uses the delay in beams passing through </a:t>
            </a:r>
            <a:r>
              <a:rPr lang="en"/>
              <a:t>different</a:t>
            </a:r>
            <a:r>
              <a:rPr lang="en"/>
              <a:t> parts of the cells to create a </a:t>
            </a:r>
            <a:r>
              <a:rPr lang="en"/>
              <a:t>quantitative</a:t>
            </a:r>
            <a:r>
              <a:rPr lang="en"/>
              <a:t> map of the sample being imaged.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Label free live cell imaging - cells appear as bright images on a dark background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https://www.nature.com/articles/srep02369</a:t>
            </a:r>
            <a:endParaRPr/>
          </a:p>
          <a:p>
            <a:pPr indent="0" lvl="0" marL="0" rtl="0" algn="l">
              <a:spcBef>
                <a:spcPts val="0"/>
              </a:spcBef>
              <a:spcAft>
                <a:spcPts val="0"/>
              </a:spcAft>
              <a:buNone/>
            </a:pPr>
            <a:r>
              <a:rPr lang="en" u="sng">
                <a:solidFill>
                  <a:schemeClr val="hlink"/>
                </a:solidFill>
                <a:hlinkClick r:id="rId3"/>
              </a:rPr>
              <a:t>https://www.sciencedirect.com/science/article/pii/S1357272517300055</a:t>
            </a:r>
            <a:r>
              <a:rPr lang="en"/>
              <a: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bb9ec22d2a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bb9ec22d2a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bb9ec22d2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bb9ec22d2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bb9ec22d2a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bb9ec22d2a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b87d821a9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2b87d821a9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jpg"/><Relationship Id="rId3"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2">
            <a:alphaModFix/>
          </a:blip>
          <a:srcRect b="81919" l="34199" r="8686" t="11664"/>
          <a:stretch/>
        </p:blipFill>
        <p:spPr>
          <a:xfrm>
            <a:off x="-44306" y="-19939"/>
            <a:ext cx="9251446" cy="695735"/>
          </a:xfrm>
          <a:prstGeom prst="rect">
            <a:avLst/>
          </a:prstGeom>
          <a:noFill/>
          <a:ln>
            <a:noFill/>
          </a:ln>
        </p:spPr>
      </p:pic>
      <p:pic>
        <p:nvPicPr>
          <p:cNvPr id="56" name="Google Shape;56;p14"/>
          <p:cNvPicPr preferRelativeResize="0"/>
          <p:nvPr/>
        </p:nvPicPr>
        <p:blipFill rotWithShape="1">
          <a:blip r:embed="rId3">
            <a:alphaModFix/>
          </a:blip>
          <a:srcRect b="0" l="0" r="0" t="0"/>
          <a:stretch/>
        </p:blipFill>
        <p:spPr>
          <a:xfrm>
            <a:off x="7205306" y="87201"/>
            <a:ext cx="1373762" cy="1045550"/>
          </a:xfrm>
          <a:prstGeom prst="rect">
            <a:avLst/>
          </a:prstGeom>
          <a:noFill/>
          <a:ln>
            <a:noFill/>
          </a:ln>
        </p:spPr>
      </p:pic>
      <p:sp>
        <p:nvSpPr>
          <p:cNvPr id="57" name="Google Shape;57;p14"/>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rtl="0">
              <a:spcBef>
                <a:spcPts val="0"/>
              </a:spcBef>
              <a:spcAft>
                <a:spcPts val="0"/>
              </a:spcAft>
              <a:buClr>
                <a:schemeClr val="dk1"/>
              </a:buClr>
              <a:buSzPts val="3600"/>
              <a:buFont typeface="Arial"/>
              <a:buNone/>
              <a:defRPr b="1" sz="3600">
                <a:solidFill>
                  <a:schemeClr val="dk1"/>
                </a:solidFill>
              </a:defRPr>
            </a:lvl3pPr>
            <a:lvl4pPr lvl="3" rtl="0">
              <a:spcBef>
                <a:spcPts val="0"/>
              </a:spcBef>
              <a:spcAft>
                <a:spcPts val="0"/>
              </a:spcAft>
              <a:buClr>
                <a:schemeClr val="dk1"/>
              </a:buClr>
              <a:buSzPts val="3600"/>
              <a:buFont typeface="Arial"/>
              <a:buNone/>
              <a:defRPr b="1" sz="3600">
                <a:solidFill>
                  <a:schemeClr val="dk1"/>
                </a:solidFill>
              </a:defRPr>
            </a:lvl4pPr>
            <a:lvl5pPr lvl="4" rtl="0">
              <a:spcBef>
                <a:spcPts val="0"/>
              </a:spcBef>
              <a:spcAft>
                <a:spcPts val="0"/>
              </a:spcAft>
              <a:buClr>
                <a:schemeClr val="dk1"/>
              </a:buClr>
              <a:buSzPts val="3600"/>
              <a:buFont typeface="Arial"/>
              <a:buNone/>
              <a:defRPr b="1" sz="3600">
                <a:solidFill>
                  <a:schemeClr val="dk1"/>
                </a:solidFill>
              </a:defRPr>
            </a:lvl5pPr>
            <a:lvl6pPr lvl="5" rtl="0">
              <a:spcBef>
                <a:spcPts val="0"/>
              </a:spcBef>
              <a:spcAft>
                <a:spcPts val="0"/>
              </a:spcAft>
              <a:buClr>
                <a:schemeClr val="dk1"/>
              </a:buClr>
              <a:buSzPts val="3600"/>
              <a:buFont typeface="Arial"/>
              <a:buNone/>
              <a:defRPr b="1" sz="3600">
                <a:solidFill>
                  <a:schemeClr val="dk1"/>
                </a:solidFill>
              </a:defRPr>
            </a:lvl6pPr>
            <a:lvl7pPr lvl="6" rtl="0">
              <a:spcBef>
                <a:spcPts val="0"/>
              </a:spcBef>
              <a:spcAft>
                <a:spcPts val="0"/>
              </a:spcAft>
              <a:buClr>
                <a:schemeClr val="dk1"/>
              </a:buClr>
              <a:buSzPts val="3600"/>
              <a:buFont typeface="Arial"/>
              <a:buNone/>
              <a:defRPr b="1" sz="3600">
                <a:solidFill>
                  <a:schemeClr val="dk1"/>
                </a:solidFill>
              </a:defRPr>
            </a:lvl7pPr>
            <a:lvl8pPr lvl="7" rtl="0">
              <a:spcBef>
                <a:spcPts val="0"/>
              </a:spcBef>
              <a:spcAft>
                <a:spcPts val="0"/>
              </a:spcAft>
              <a:buClr>
                <a:schemeClr val="dk1"/>
              </a:buClr>
              <a:buSzPts val="3600"/>
              <a:buFont typeface="Arial"/>
              <a:buNone/>
              <a:defRPr b="1" sz="3600">
                <a:solidFill>
                  <a:schemeClr val="dk1"/>
                </a:solidFill>
              </a:defRPr>
            </a:lvl8pPr>
            <a:lvl9pPr lvl="8" rtl="0">
              <a:spcBef>
                <a:spcPts val="0"/>
              </a:spcBef>
              <a:spcAft>
                <a:spcPts val="0"/>
              </a:spcAft>
              <a:buClr>
                <a:schemeClr val="dk1"/>
              </a:buClr>
              <a:buSzPts val="3600"/>
              <a:buFont typeface="Arial"/>
              <a:buNone/>
              <a:defRPr b="1" sz="3600">
                <a:solidFill>
                  <a:schemeClr val="dk1"/>
                </a:solidFill>
              </a:defRPr>
            </a:lvl9pPr>
          </a:lstStyle>
          <a:p/>
        </p:txBody>
      </p:sp>
      <p:sp>
        <p:nvSpPr>
          <p:cNvPr id="58" name="Google Shape;58;p14"/>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600"/>
              </a:spcBef>
              <a:spcAft>
                <a:spcPts val="0"/>
              </a:spcAft>
              <a:buClr>
                <a:schemeClr val="dk1"/>
              </a:buClr>
              <a:buSzPts val="3000"/>
              <a:buFont typeface="Helvetica Neue"/>
              <a:buNone/>
              <a:defRPr b="0" i="0" sz="3000" u="none" cap="none" strike="noStrike">
                <a:solidFill>
                  <a:schemeClr val="dk1"/>
                </a:solidFill>
                <a:latin typeface="Helvetica Neue"/>
                <a:ea typeface="Helvetica Neue"/>
                <a:cs typeface="Helvetica Neue"/>
                <a:sym typeface="Helvetica Neue"/>
              </a:defRPr>
            </a:lvl1pPr>
            <a:lvl2pPr indent="-228600" lvl="1" marL="914400" marR="0" rtl="0" algn="l">
              <a:lnSpc>
                <a:spcPct val="100000"/>
              </a:lnSpc>
              <a:spcBef>
                <a:spcPts val="480"/>
              </a:spcBef>
              <a:spcAft>
                <a:spcPts val="0"/>
              </a:spcAft>
              <a:buClr>
                <a:schemeClr val="dk1"/>
              </a:buClr>
              <a:buSzPts val="2400"/>
              <a:buFont typeface="Helvetica Neue"/>
              <a:buNone/>
              <a:defRPr b="0" i="0" sz="2400" u="none" cap="none" strike="noStrike">
                <a:solidFill>
                  <a:schemeClr val="dk1"/>
                </a:solidFill>
                <a:latin typeface="Helvetica Neue"/>
                <a:ea typeface="Helvetica Neue"/>
                <a:cs typeface="Helvetica Neue"/>
                <a:sym typeface="Helvetica Neue"/>
              </a:defRPr>
            </a:lvl2pPr>
            <a:lvl3pPr indent="-228600" lvl="2" marL="1371600" marR="0" rtl="0" algn="l">
              <a:lnSpc>
                <a:spcPct val="100000"/>
              </a:lnSpc>
              <a:spcBef>
                <a:spcPts val="480"/>
              </a:spcBef>
              <a:spcAft>
                <a:spcPts val="0"/>
              </a:spcAft>
              <a:buClr>
                <a:schemeClr val="dk1"/>
              </a:buClr>
              <a:buSzPts val="2400"/>
              <a:buFont typeface="Helvetica Neue"/>
              <a:buNone/>
              <a:defRPr b="0" i="0" sz="2400" u="none" cap="none" strike="noStrike">
                <a:solidFill>
                  <a:schemeClr val="dk1"/>
                </a:solidFill>
                <a:latin typeface="Helvetica Neue"/>
                <a:ea typeface="Helvetica Neue"/>
                <a:cs typeface="Helvetica Neue"/>
                <a:sym typeface="Helvetica Neue"/>
              </a:defRPr>
            </a:lvl3pPr>
            <a:lvl4pPr indent="-228600" lvl="3" marL="1828800" marR="0" rtl="0" algn="l">
              <a:lnSpc>
                <a:spcPct val="100000"/>
              </a:lnSpc>
              <a:spcBef>
                <a:spcPts val="360"/>
              </a:spcBef>
              <a:spcAft>
                <a:spcPts val="0"/>
              </a:spcAft>
              <a:buClr>
                <a:schemeClr val="dk1"/>
              </a:buClr>
              <a:buSzPts val="1800"/>
              <a:buFont typeface="Helvetica Neue"/>
              <a:buNone/>
              <a:defRPr b="0" i="0" sz="1800" u="none" cap="none" strike="noStrike">
                <a:solidFill>
                  <a:schemeClr val="dk1"/>
                </a:solidFill>
                <a:latin typeface="Helvetica Neue"/>
                <a:ea typeface="Helvetica Neue"/>
                <a:cs typeface="Helvetica Neue"/>
                <a:sym typeface="Helvetica Neue"/>
              </a:defRPr>
            </a:lvl4pPr>
            <a:lvl5pPr indent="-228600" lvl="4" marL="2286000" marR="0" rtl="0" algn="l">
              <a:lnSpc>
                <a:spcPct val="100000"/>
              </a:lnSpc>
              <a:spcBef>
                <a:spcPts val="360"/>
              </a:spcBef>
              <a:spcAft>
                <a:spcPts val="0"/>
              </a:spcAft>
              <a:buClr>
                <a:schemeClr val="dk1"/>
              </a:buClr>
              <a:buSzPts val="1800"/>
              <a:buFont typeface="Helvetica Neue"/>
              <a:buNone/>
              <a:defRPr b="0" i="0" sz="1800" u="none" cap="none" strike="noStrike">
                <a:solidFill>
                  <a:schemeClr val="dk1"/>
                </a:solidFill>
                <a:latin typeface="Helvetica Neue"/>
                <a:ea typeface="Helvetica Neue"/>
                <a:cs typeface="Helvetica Neue"/>
                <a:sym typeface="Helvetica Neue"/>
              </a:defRPr>
            </a:lvl5pPr>
            <a:lvl6pPr indent="-228600" lvl="5" marL="27432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indent="-228600" lvl="6" marL="32004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indent="-228600" lvl="7" marL="36576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indent="-228600" lvl="8" marL="41148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59" name="Google Shape;59;p14"/>
          <p:cNvSpPr txBox="1"/>
          <p:nvPr>
            <p:ph idx="12" type="sldNum"/>
          </p:nvPr>
        </p:nvSpPr>
        <p:spPr>
          <a:xfrm>
            <a:off x="8556791" y="4749850"/>
            <a:ext cx="548700" cy="393600"/>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buClr>
                <a:srgbClr val="000000"/>
              </a:buClr>
              <a:buSzPts val="1300"/>
              <a:buFont typeface="Arial"/>
              <a:buNone/>
              <a:defRPr sz="1300">
                <a:solidFill>
                  <a:srgbClr val="000000"/>
                </a:solidFill>
                <a:latin typeface="Arial"/>
                <a:ea typeface="Arial"/>
                <a:cs typeface="Arial"/>
                <a:sym typeface="Arial"/>
              </a:defRPr>
            </a:lvl1pPr>
            <a:lvl2pPr indent="0" lvl="1" marL="0" marR="0" rtl="0" algn="r">
              <a:spcBef>
                <a:spcPts val="0"/>
              </a:spcBef>
              <a:buClr>
                <a:srgbClr val="000000"/>
              </a:buClr>
              <a:buSzPts val="1300"/>
              <a:buFont typeface="Arial"/>
              <a:buNone/>
              <a:defRPr sz="1300">
                <a:solidFill>
                  <a:srgbClr val="000000"/>
                </a:solidFill>
                <a:latin typeface="Arial"/>
                <a:ea typeface="Arial"/>
                <a:cs typeface="Arial"/>
                <a:sym typeface="Arial"/>
              </a:defRPr>
            </a:lvl2pPr>
            <a:lvl3pPr indent="0" lvl="2" marL="0" marR="0" rtl="0" algn="r">
              <a:spcBef>
                <a:spcPts val="0"/>
              </a:spcBef>
              <a:buClr>
                <a:srgbClr val="000000"/>
              </a:buClr>
              <a:buSzPts val="1300"/>
              <a:buFont typeface="Arial"/>
              <a:buNone/>
              <a:defRPr sz="1300">
                <a:solidFill>
                  <a:srgbClr val="000000"/>
                </a:solidFill>
                <a:latin typeface="Arial"/>
                <a:ea typeface="Arial"/>
                <a:cs typeface="Arial"/>
                <a:sym typeface="Arial"/>
              </a:defRPr>
            </a:lvl3pPr>
            <a:lvl4pPr indent="0" lvl="3" marL="0" marR="0" rtl="0" algn="r">
              <a:spcBef>
                <a:spcPts val="0"/>
              </a:spcBef>
              <a:buClr>
                <a:srgbClr val="000000"/>
              </a:buClr>
              <a:buSzPts val="1300"/>
              <a:buFont typeface="Arial"/>
              <a:buNone/>
              <a:defRPr sz="1300">
                <a:solidFill>
                  <a:srgbClr val="000000"/>
                </a:solidFill>
                <a:latin typeface="Arial"/>
                <a:ea typeface="Arial"/>
                <a:cs typeface="Arial"/>
                <a:sym typeface="Arial"/>
              </a:defRPr>
            </a:lvl4pPr>
            <a:lvl5pPr indent="0" lvl="4" marL="0" marR="0" rtl="0" algn="r">
              <a:spcBef>
                <a:spcPts val="0"/>
              </a:spcBef>
              <a:buClr>
                <a:srgbClr val="000000"/>
              </a:buClr>
              <a:buSzPts val="1300"/>
              <a:buFont typeface="Arial"/>
              <a:buNone/>
              <a:defRPr sz="1300">
                <a:solidFill>
                  <a:srgbClr val="000000"/>
                </a:solidFill>
                <a:latin typeface="Arial"/>
                <a:ea typeface="Arial"/>
                <a:cs typeface="Arial"/>
                <a:sym typeface="Arial"/>
              </a:defRPr>
            </a:lvl5pPr>
            <a:lvl6pPr indent="0" lvl="5" marL="0" marR="0" rtl="0" algn="r">
              <a:spcBef>
                <a:spcPts val="0"/>
              </a:spcBef>
              <a:buClr>
                <a:srgbClr val="000000"/>
              </a:buClr>
              <a:buSzPts val="1300"/>
              <a:buFont typeface="Arial"/>
              <a:buNone/>
              <a:defRPr sz="1300">
                <a:solidFill>
                  <a:srgbClr val="000000"/>
                </a:solidFill>
                <a:latin typeface="Arial"/>
                <a:ea typeface="Arial"/>
                <a:cs typeface="Arial"/>
                <a:sym typeface="Arial"/>
              </a:defRPr>
            </a:lvl6pPr>
            <a:lvl7pPr indent="0" lvl="6" marL="0" marR="0" rtl="0" algn="r">
              <a:spcBef>
                <a:spcPts val="0"/>
              </a:spcBef>
              <a:buClr>
                <a:srgbClr val="000000"/>
              </a:buClr>
              <a:buSzPts val="1300"/>
              <a:buFont typeface="Arial"/>
              <a:buNone/>
              <a:defRPr sz="1300">
                <a:solidFill>
                  <a:srgbClr val="000000"/>
                </a:solidFill>
                <a:latin typeface="Arial"/>
                <a:ea typeface="Arial"/>
                <a:cs typeface="Arial"/>
                <a:sym typeface="Arial"/>
              </a:defRPr>
            </a:lvl7pPr>
            <a:lvl8pPr indent="0" lvl="7" marL="0" marR="0" rtl="0" algn="r">
              <a:spcBef>
                <a:spcPts val="0"/>
              </a:spcBef>
              <a:buClr>
                <a:srgbClr val="000000"/>
              </a:buClr>
              <a:buSzPts val="1300"/>
              <a:buFont typeface="Arial"/>
              <a:buNone/>
              <a:defRPr sz="1300">
                <a:solidFill>
                  <a:srgbClr val="000000"/>
                </a:solidFill>
                <a:latin typeface="Arial"/>
                <a:ea typeface="Arial"/>
                <a:cs typeface="Arial"/>
                <a:sym typeface="Arial"/>
              </a:defRPr>
            </a:lvl8pPr>
            <a:lvl9pPr indent="0" lvl="8" marL="0" marR="0" rtl="0" algn="r">
              <a:spcBef>
                <a:spcPts val="0"/>
              </a:spcBef>
              <a:buClr>
                <a:srgbClr val="000000"/>
              </a:buClr>
              <a:buSzPts val="1300"/>
              <a:buFont typeface="Arial"/>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showMasterSp="0">
  <p:cSld name="Custom Layout">
    <p:bg>
      <p:bgPr>
        <a:solidFill>
          <a:srgbClr val="FFF2CC"/>
        </a:solidFill>
      </p:bgPr>
    </p:bg>
    <p:spTree>
      <p:nvGrpSpPr>
        <p:cNvPr id="60" name="Shape 60"/>
        <p:cNvGrpSpPr/>
        <p:nvPr/>
      </p:nvGrpSpPr>
      <p:grpSpPr>
        <a:xfrm>
          <a:off x="0" y="0"/>
          <a:ext cx="0" cy="0"/>
          <a:chOff x="0" y="0"/>
          <a:chExt cx="0" cy="0"/>
        </a:xfrm>
      </p:grpSpPr>
      <p:pic>
        <p:nvPicPr>
          <p:cNvPr id="61" name="Google Shape;61;p15"/>
          <p:cNvPicPr preferRelativeResize="0"/>
          <p:nvPr/>
        </p:nvPicPr>
        <p:blipFill rotWithShape="1">
          <a:blip r:embed="rId2">
            <a:alphaModFix/>
          </a:blip>
          <a:srcRect b="40815" l="34151" r="8757" t="11889"/>
          <a:stretch/>
        </p:blipFill>
        <p:spPr>
          <a:xfrm>
            <a:off x="-130322" y="-39881"/>
            <a:ext cx="9396002" cy="5210798"/>
          </a:xfrm>
          <a:prstGeom prst="rect">
            <a:avLst/>
          </a:prstGeom>
          <a:noFill/>
          <a:ln>
            <a:noFill/>
          </a:ln>
        </p:spPr>
      </p:pic>
      <p:sp>
        <p:nvSpPr>
          <p:cNvPr id="62" name="Google Shape;62;p15"/>
          <p:cNvSpPr txBox="1"/>
          <p:nvPr>
            <p:ph type="title"/>
          </p:nvPr>
        </p:nvSpPr>
        <p:spPr>
          <a:xfrm>
            <a:off x="1124636" y="2270612"/>
            <a:ext cx="6913500" cy="5943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rtl="0">
              <a:spcBef>
                <a:spcPts val="0"/>
              </a:spcBef>
              <a:spcAft>
                <a:spcPts val="0"/>
              </a:spcAft>
              <a:buClr>
                <a:schemeClr val="dk1"/>
              </a:buClr>
              <a:buSzPts val="3600"/>
              <a:buFont typeface="Arial"/>
              <a:buNone/>
              <a:defRPr b="1" sz="3600">
                <a:solidFill>
                  <a:schemeClr val="dk1"/>
                </a:solidFill>
              </a:defRPr>
            </a:lvl3pPr>
            <a:lvl4pPr lvl="3" rtl="0">
              <a:spcBef>
                <a:spcPts val="0"/>
              </a:spcBef>
              <a:spcAft>
                <a:spcPts val="0"/>
              </a:spcAft>
              <a:buClr>
                <a:schemeClr val="dk1"/>
              </a:buClr>
              <a:buSzPts val="3600"/>
              <a:buFont typeface="Arial"/>
              <a:buNone/>
              <a:defRPr b="1" sz="3600">
                <a:solidFill>
                  <a:schemeClr val="dk1"/>
                </a:solidFill>
              </a:defRPr>
            </a:lvl4pPr>
            <a:lvl5pPr lvl="4" rtl="0">
              <a:spcBef>
                <a:spcPts val="0"/>
              </a:spcBef>
              <a:spcAft>
                <a:spcPts val="0"/>
              </a:spcAft>
              <a:buClr>
                <a:schemeClr val="dk1"/>
              </a:buClr>
              <a:buSzPts val="3600"/>
              <a:buFont typeface="Arial"/>
              <a:buNone/>
              <a:defRPr b="1" sz="3600">
                <a:solidFill>
                  <a:schemeClr val="dk1"/>
                </a:solidFill>
              </a:defRPr>
            </a:lvl5pPr>
            <a:lvl6pPr lvl="5" rtl="0">
              <a:spcBef>
                <a:spcPts val="0"/>
              </a:spcBef>
              <a:spcAft>
                <a:spcPts val="0"/>
              </a:spcAft>
              <a:buClr>
                <a:schemeClr val="dk1"/>
              </a:buClr>
              <a:buSzPts val="3600"/>
              <a:buFont typeface="Arial"/>
              <a:buNone/>
              <a:defRPr b="1" sz="3600">
                <a:solidFill>
                  <a:schemeClr val="dk1"/>
                </a:solidFill>
              </a:defRPr>
            </a:lvl6pPr>
            <a:lvl7pPr lvl="6" rtl="0">
              <a:spcBef>
                <a:spcPts val="0"/>
              </a:spcBef>
              <a:spcAft>
                <a:spcPts val="0"/>
              </a:spcAft>
              <a:buClr>
                <a:schemeClr val="dk1"/>
              </a:buClr>
              <a:buSzPts val="3600"/>
              <a:buFont typeface="Arial"/>
              <a:buNone/>
              <a:defRPr b="1" sz="3600">
                <a:solidFill>
                  <a:schemeClr val="dk1"/>
                </a:solidFill>
              </a:defRPr>
            </a:lvl7pPr>
            <a:lvl8pPr lvl="7" rtl="0">
              <a:spcBef>
                <a:spcPts val="0"/>
              </a:spcBef>
              <a:spcAft>
                <a:spcPts val="0"/>
              </a:spcAft>
              <a:buClr>
                <a:schemeClr val="dk1"/>
              </a:buClr>
              <a:buSzPts val="3600"/>
              <a:buFont typeface="Arial"/>
              <a:buNone/>
              <a:defRPr b="1" sz="3600">
                <a:solidFill>
                  <a:schemeClr val="dk1"/>
                </a:solidFill>
              </a:defRPr>
            </a:lvl8pPr>
            <a:lvl9pPr lvl="8" rtl="0">
              <a:spcBef>
                <a:spcPts val="0"/>
              </a:spcBef>
              <a:spcAft>
                <a:spcPts val="0"/>
              </a:spcAft>
              <a:buClr>
                <a:schemeClr val="dk1"/>
              </a:buClr>
              <a:buSzPts val="3600"/>
              <a:buFont typeface="Arial"/>
              <a:buNone/>
              <a:defRPr b="1" sz="3600">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3" name="Shape 63"/>
        <p:cNvGrpSpPr/>
        <p:nvPr/>
      </p:nvGrpSpPr>
      <p:grpSpPr>
        <a:xfrm>
          <a:off x="0" y="0"/>
          <a:ext cx="0" cy="0"/>
          <a:chOff x="0" y="0"/>
          <a:chExt cx="0" cy="0"/>
        </a:xfrm>
      </p:grpSpPr>
      <p:sp>
        <p:nvSpPr>
          <p:cNvPr id="64" name="Google Shape;64;p16"/>
          <p:cNvSpPr txBox="1"/>
          <p:nvPr>
            <p:ph type="ctrTitle"/>
          </p:nvPr>
        </p:nvSpPr>
        <p:spPr>
          <a:xfrm>
            <a:off x="685800" y="1583342"/>
            <a:ext cx="7772400" cy="1159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1pPr>
            <a:lvl2pPr lvl="1" marR="0" rtl="0" algn="ctr">
              <a:lnSpc>
                <a:spcPct val="100000"/>
              </a:lnSpc>
              <a:spcBef>
                <a:spcPts val="0"/>
              </a:spcBef>
              <a:spcAft>
                <a:spcPts val="0"/>
              </a:spcAft>
              <a:buClr>
                <a:schemeClr val="dk1"/>
              </a:buClr>
              <a:buSzPts val="4800"/>
              <a:buFont typeface="Arial"/>
              <a:buNone/>
              <a:defRPr b="1" i="0" sz="4800" u="none" cap="none" strike="noStrike">
                <a:solidFill>
                  <a:schemeClr val="dk1"/>
                </a:solidFill>
                <a:latin typeface="Arial"/>
                <a:ea typeface="Arial"/>
                <a:cs typeface="Arial"/>
                <a:sym typeface="Arial"/>
              </a:defRPr>
            </a:lvl2pPr>
            <a:lvl3pPr lvl="2" rtl="0" algn="ctr">
              <a:spcBef>
                <a:spcPts val="0"/>
              </a:spcBef>
              <a:spcAft>
                <a:spcPts val="0"/>
              </a:spcAft>
              <a:buClr>
                <a:schemeClr val="dk1"/>
              </a:buClr>
              <a:buSzPts val="4800"/>
              <a:buFont typeface="Arial"/>
              <a:buNone/>
              <a:defRPr b="1" sz="4800">
                <a:solidFill>
                  <a:schemeClr val="dk1"/>
                </a:solidFill>
              </a:defRPr>
            </a:lvl3pPr>
            <a:lvl4pPr lvl="3" rtl="0" algn="ctr">
              <a:spcBef>
                <a:spcPts val="0"/>
              </a:spcBef>
              <a:spcAft>
                <a:spcPts val="0"/>
              </a:spcAft>
              <a:buClr>
                <a:schemeClr val="dk1"/>
              </a:buClr>
              <a:buSzPts val="4800"/>
              <a:buFont typeface="Arial"/>
              <a:buNone/>
              <a:defRPr b="1" sz="4800">
                <a:solidFill>
                  <a:schemeClr val="dk1"/>
                </a:solidFill>
              </a:defRPr>
            </a:lvl4pPr>
            <a:lvl5pPr lvl="4" rtl="0" algn="ctr">
              <a:spcBef>
                <a:spcPts val="0"/>
              </a:spcBef>
              <a:spcAft>
                <a:spcPts val="0"/>
              </a:spcAft>
              <a:buClr>
                <a:schemeClr val="dk1"/>
              </a:buClr>
              <a:buSzPts val="4800"/>
              <a:buFont typeface="Arial"/>
              <a:buNone/>
              <a:defRPr b="1" sz="4800">
                <a:solidFill>
                  <a:schemeClr val="dk1"/>
                </a:solidFill>
              </a:defRPr>
            </a:lvl5pPr>
            <a:lvl6pPr lvl="5" rtl="0" algn="ctr">
              <a:spcBef>
                <a:spcPts val="0"/>
              </a:spcBef>
              <a:spcAft>
                <a:spcPts val="0"/>
              </a:spcAft>
              <a:buClr>
                <a:schemeClr val="dk1"/>
              </a:buClr>
              <a:buSzPts val="4800"/>
              <a:buFont typeface="Arial"/>
              <a:buNone/>
              <a:defRPr b="1" sz="4800">
                <a:solidFill>
                  <a:schemeClr val="dk1"/>
                </a:solidFill>
              </a:defRPr>
            </a:lvl6pPr>
            <a:lvl7pPr lvl="6" rtl="0" algn="ctr">
              <a:spcBef>
                <a:spcPts val="0"/>
              </a:spcBef>
              <a:spcAft>
                <a:spcPts val="0"/>
              </a:spcAft>
              <a:buClr>
                <a:schemeClr val="dk1"/>
              </a:buClr>
              <a:buSzPts val="4800"/>
              <a:buFont typeface="Arial"/>
              <a:buNone/>
              <a:defRPr b="1" sz="4800">
                <a:solidFill>
                  <a:schemeClr val="dk1"/>
                </a:solidFill>
              </a:defRPr>
            </a:lvl7pPr>
            <a:lvl8pPr lvl="7" rtl="0" algn="ctr">
              <a:spcBef>
                <a:spcPts val="0"/>
              </a:spcBef>
              <a:spcAft>
                <a:spcPts val="0"/>
              </a:spcAft>
              <a:buClr>
                <a:schemeClr val="dk1"/>
              </a:buClr>
              <a:buSzPts val="4800"/>
              <a:buFont typeface="Arial"/>
              <a:buNone/>
              <a:defRPr b="1" sz="4800">
                <a:solidFill>
                  <a:schemeClr val="dk1"/>
                </a:solidFill>
              </a:defRPr>
            </a:lvl8pPr>
            <a:lvl9pPr lvl="8" rtl="0" algn="ctr">
              <a:spcBef>
                <a:spcPts val="0"/>
              </a:spcBef>
              <a:spcAft>
                <a:spcPts val="0"/>
              </a:spcAft>
              <a:buClr>
                <a:schemeClr val="dk1"/>
              </a:buClr>
              <a:buSzPts val="4800"/>
              <a:buFont typeface="Arial"/>
              <a:buNone/>
              <a:defRPr b="1" sz="4800">
                <a:solidFill>
                  <a:schemeClr val="dk1"/>
                </a:solidFill>
              </a:defRPr>
            </a:lvl9pPr>
          </a:lstStyle>
          <a:p/>
        </p:txBody>
      </p:sp>
      <p:sp>
        <p:nvSpPr>
          <p:cNvPr id="65" name="Google Shape;65;p16"/>
          <p:cNvSpPr txBox="1"/>
          <p:nvPr>
            <p:ph idx="1" type="subTitle"/>
          </p:nvPr>
        </p:nvSpPr>
        <p:spPr>
          <a:xfrm>
            <a:off x="685800" y="2840053"/>
            <a:ext cx="7772400" cy="7848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9pPr>
          </a:lstStyle>
          <a:p/>
        </p:txBody>
      </p:sp>
      <p:sp>
        <p:nvSpPr>
          <p:cNvPr id="66" name="Google Shape;66;p16"/>
          <p:cNvSpPr txBox="1"/>
          <p:nvPr>
            <p:ph idx="12" type="sldNum"/>
          </p:nvPr>
        </p:nvSpPr>
        <p:spPr>
          <a:xfrm>
            <a:off x="8556791" y="4749850"/>
            <a:ext cx="548700" cy="393600"/>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buClr>
                <a:srgbClr val="000000"/>
              </a:buClr>
              <a:buSzPts val="1300"/>
              <a:buFont typeface="Arial"/>
              <a:buNone/>
              <a:defRPr sz="1300">
                <a:solidFill>
                  <a:srgbClr val="000000"/>
                </a:solidFill>
                <a:latin typeface="Arial"/>
                <a:ea typeface="Arial"/>
                <a:cs typeface="Arial"/>
                <a:sym typeface="Arial"/>
              </a:defRPr>
            </a:lvl1pPr>
            <a:lvl2pPr indent="0" lvl="1" marL="0" marR="0" rtl="0" algn="r">
              <a:spcBef>
                <a:spcPts val="0"/>
              </a:spcBef>
              <a:buClr>
                <a:srgbClr val="000000"/>
              </a:buClr>
              <a:buSzPts val="1300"/>
              <a:buFont typeface="Arial"/>
              <a:buNone/>
              <a:defRPr sz="1300">
                <a:solidFill>
                  <a:srgbClr val="000000"/>
                </a:solidFill>
                <a:latin typeface="Arial"/>
                <a:ea typeface="Arial"/>
                <a:cs typeface="Arial"/>
                <a:sym typeface="Arial"/>
              </a:defRPr>
            </a:lvl2pPr>
            <a:lvl3pPr indent="0" lvl="2" marL="0" marR="0" rtl="0" algn="r">
              <a:spcBef>
                <a:spcPts val="0"/>
              </a:spcBef>
              <a:buClr>
                <a:srgbClr val="000000"/>
              </a:buClr>
              <a:buSzPts val="1300"/>
              <a:buFont typeface="Arial"/>
              <a:buNone/>
              <a:defRPr sz="1300">
                <a:solidFill>
                  <a:srgbClr val="000000"/>
                </a:solidFill>
                <a:latin typeface="Arial"/>
                <a:ea typeface="Arial"/>
                <a:cs typeface="Arial"/>
                <a:sym typeface="Arial"/>
              </a:defRPr>
            </a:lvl3pPr>
            <a:lvl4pPr indent="0" lvl="3" marL="0" marR="0" rtl="0" algn="r">
              <a:spcBef>
                <a:spcPts val="0"/>
              </a:spcBef>
              <a:buClr>
                <a:srgbClr val="000000"/>
              </a:buClr>
              <a:buSzPts val="1300"/>
              <a:buFont typeface="Arial"/>
              <a:buNone/>
              <a:defRPr sz="1300">
                <a:solidFill>
                  <a:srgbClr val="000000"/>
                </a:solidFill>
                <a:latin typeface="Arial"/>
                <a:ea typeface="Arial"/>
                <a:cs typeface="Arial"/>
                <a:sym typeface="Arial"/>
              </a:defRPr>
            </a:lvl4pPr>
            <a:lvl5pPr indent="0" lvl="4" marL="0" marR="0" rtl="0" algn="r">
              <a:spcBef>
                <a:spcPts val="0"/>
              </a:spcBef>
              <a:buClr>
                <a:srgbClr val="000000"/>
              </a:buClr>
              <a:buSzPts val="1300"/>
              <a:buFont typeface="Arial"/>
              <a:buNone/>
              <a:defRPr sz="1300">
                <a:solidFill>
                  <a:srgbClr val="000000"/>
                </a:solidFill>
                <a:latin typeface="Arial"/>
                <a:ea typeface="Arial"/>
                <a:cs typeface="Arial"/>
                <a:sym typeface="Arial"/>
              </a:defRPr>
            </a:lvl5pPr>
            <a:lvl6pPr indent="0" lvl="5" marL="0" marR="0" rtl="0" algn="r">
              <a:spcBef>
                <a:spcPts val="0"/>
              </a:spcBef>
              <a:buClr>
                <a:srgbClr val="000000"/>
              </a:buClr>
              <a:buSzPts val="1300"/>
              <a:buFont typeface="Arial"/>
              <a:buNone/>
              <a:defRPr sz="1300">
                <a:solidFill>
                  <a:srgbClr val="000000"/>
                </a:solidFill>
                <a:latin typeface="Arial"/>
                <a:ea typeface="Arial"/>
                <a:cs typeface="Arial"/>
                <a:sym typeface="Arial"/>
              </a:defRPr>
            </a:lvl6pPr>
            <a:lvl7pPr indent="0" lvl="6" marL="0" marR="0" rtl="0" algn="r">
              <a:spcBef>
                <a:spcPts val="0"/>
              </a:spcBef>
              <a:buClr>
                <a:srgbClr val="000000"/>
              </a:buClr>
              <a:buSzPts val="1300"/>
              <a:buFont typeface="Arial"/>
              <a:buNone/>
              <a:defRPr sz="1300">
                <a:solidFill>
                  <a:srgbClr val="000000"/>
                </a:solidFill>
                <a:latin typeface="Arial"/>
                <a:ea typeface="Arial"/>
                <a:cs typeface="Arial"/>
                <a:sym typeface="Arial"/>
              </a:defRPr>
            </a:lvl7pPr>
            <a:lvl8pPr indent="0" lvl="7" marL="0" marR="0" rtl="0" algn="r">
              <a:spcBef>
                <a:spcPts val="0"/>
              </a:spcBef>
              <a:buClr>
                <a:srgbClr val="000000"/>
              </a:buClr>
              <a:buSzPts val="1300"/>
              <a:buFont typeface="Arial"/>
              <a:buNone/>
              <a:defRPr sz="1300">
                <a:solidFill>
                  <a:srgbClr val="000000"/>
                </a:solidFill>
                <a:latin typeface="Arial"/>
                <a:ea typeface="Arial"/>
                <a:cs typeface="Arial"/>
                <a:sym typeface="Arial"/>
              </a:defRPr>
            </a:lvl8pPr>
            <a:lvl9pPr indent="0" lvl="8" marL="0" marR="0" rtl="0" algn="r">
              <a:spcBef>
                <a:spcPts val="0"/>
              </a:spcBef>
              <a:buClr>
                <a:srgbClr val="000000"/>
              </a:buClr>
              <a:buSzPts val="1300"/>
              <a:buFont typeface="Arial"/>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7"/>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rtl="0">
              <a:spcBef>
                <a:spcPts val="0"/>
              </a:spcBef>
              <a:spcAft>
                <a:spcPts val="0"/>
              </a:spcAft>
              <a:buClr>
                <a:schemeClr val="dk1"/>
              </a:buClr>
              <a:buSzPts val="3600"/>
              <a:buFont typeface="Arial"/>
              <a:buNone/>
              <a:defRPr b="1" sz="3600">
                <a:solidFill>
                  <a:schemeClr val="dk1"/>
                </a:solidFill>
              </a:defRPr>
            </a:lvl3pPr>
            <a:lvl4pPr lvl="3" rtl="0">
              <a:spcBef>
                <a:spcPts val="0"/>
              </a:spcBef>
              <a:spcAft>
                <a:spcPts val="0"/>
              </a:spcAft>
              <a:buClr>
                <a:schemeClr val="dk1"/>
              </a:buClr>
              <a:buSzPts val="3600"/>
              <a:buFont typeface="Arial"/>
              <a:buNone/>
              <a:defRPr b="1" sz="3600">
                <a:solidFill>
                  <a:schemeClr val="dk1"/>
                </a:solidFill>
              </a:defRPr>
            </a:lvl4pPr>
            <a:lvl5pPr lvl="4" rtl="0">
              <a:spcBef>
                <a:spcPts val="0"/>
              </a:spcBef>
              <a:spcAft>
                <a:spcPts val="0"/>
              </a:spcAft>
              <a:buClr>
                <a:schemeClr val="dk1"/>
              </a:buClr>
              <a:buSzPts val="3600"/>
              <a:buFont typeface="Arial"/>
              <a:buNone/>
              <a:defRPr b="1" sz="3600">
                <a:solidFill>
                  <a:schemeClr val="dk1"/>
                </a:solidFill>
              </a:defRPr>
            </a:lvl5pPr>
            <a:lvl6pPr lvl="5" rtl="0">
              <a:spcBef>
                <a:spcPts val="0"/>
              </a:spcBef>
              <a:spcAft>
                <a:spcPts val="0"/>
              </a:spcAft>
              <a:buClr>
                <a:schemeClr val="dk1"/>
              </a:buClr>
              <a:buSzPts val="3600"/>
              <a:buFont typeface="Arial"/>
              <a:buNone/>
              <a:defRPr b="1" sz="3600">
                <a:solidFill>
                  <a:schemeClr val="dk1"/>
                </a:solidFill>
              </a:defRPr>
            </a:lvl6pPr>
            <a:lvl7pPr lvl="6" rtl="0">
              <a:spcBef>
                <a:spcPts val="0"/>
              </a:spcBef>
              <a:spcAft>
                <a:spcPts val="0"/>
              </a:spcAft>
              <a:buClr>
                <a:schemeClr val="dk1"/>
              </a:buClr>
              <a:buSzPts val="3600"/>
              <a:buFont typeface="Arial"/>
              <a:buNone/>
              <a:defRPr b="1" sz="3600">
                <a:solidFill>
                  <a:schemeClr val="dk1"/>
                </a:solidFill>
              </a:defRPr>
            </a:lvl7pPr>
            <a:lvl8pPr lvl="7" rtl="0">
              <a:spcBef>
                <a:spcPts val="0"/>
              </a:spcBef>
              <a:spcAft>
                <a:spcPts val="0"/>
              </a:spcAft>
              <a:buClr>
                <a:schemeClr val="dk1"/>
              </a:buClr>
              <a:buSzPts val="3600"/>
              <a:buFont typeface="Arial"/>
              <a:buNone/>
              <a:defRPr b="1" sz="3600">
                <a:solidFill>
                  <a:schemeClr val="dk1"/>
                </a:solidFill>
              </a:defRPr>
            </a:lvl8pPr>
            <a:lvl9pPr lvl="8" rtl="0">
              <a:spcBef>
                <a:spcPts val="0"/>
              </a:spcBef>
              <a:spcAft>
                <a:spcPts val="0"/>
              </a:spcAft>
              <a:buClr>
                <a:schemeClr val="dk1"/>
              </a:buClr>
              <a:buSzPts val="3600"/>
              <a:buFont typeface="Arial"/>
              <a:buNone/>
              <a:defRPr b="1" sz="3600">
                <a:solidFill>
                  <a:schemeClr val="dk1"/>
                </a:solidFill>
              </a:defRPr>
            </a:lvl9pPr>
          </a:lstStyle>
          <a:p/>
        </p:txBody>
      </p:sp>
      <p:sp>
        <p:nvSpPr>
          <p:cNvPr id="69" name="Google Shape;69;p17"/>
          <p:cNvSpPr txBox="1"/>
          <p:nvPr>
            <p:ph idx="1" type="body"/>
          </p:nvPr>
        </p:nvSpPr>
        <p:spPr>
          <a:xfrm>
            <a:off x="457200" y="1200150"/>
            <a:ext cx="3994500" cy="37257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70" name="Google Shape;70;p17"/>
          <p:cNvSpPr txBox="1"/>
          <p:nvPr>
            <p:ph idx="2" type="body"/>
          </p:nvPr>
        </p:nvSpPr>
        <p:spPr>
          <a:xfrm>
            <a:off x="4692273" y="1200150"/>
            <a:ext cx="3994500" cy="37257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71" name="Google Shape;71;p17"/>
          <p:cNvSpPr txBox="1"/>
          <p:nvPr>
            <p:ph idx="12" type="sldNum"/>
          </p:nvPr>
        </p:nvSpPr>
        <p:spPr>
          <a:xfrm>
            <a:off x="8556791" y="4749850"/>
            <a:ext cx="548700" cy="393600"/>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buClr>
                <a:srgbClr val="000000"/>
              </a:buClr>
              <a:buSzPts val="1300"/>
              <a:buFont typeface="Arial"/>
              <a:buNone/>
              <a:defRPr sz="1300">
                <a:solidFill>
                  <a:srgbClr val="000000"/>
                </a:solidFill>
                <a:latin typeface="Arial"/>
                <a:ea typeface="Arial"/>
                <a:cs typeface="Arial"/>
                <a:sym typeface="Arial"/>
              </a:defRPr>
            </a:lvl1pPr>
            <a:lvl2pPr indent="0" lvl="1" marL="0" marR="0" rtl="0" algn="r">
              <a:spcBef>
                <a:spcPts val="0"/>
              </a:spcBef>
              <a:buClr>
                <a:srgbClr val="000000"/>
              </a:buClr>
              <a:buSzPts val="1300"/>
              <a:buFont typeface="Arial"/>
              <a:buNone/>
              <a:defRPr sz="1300">
                <a:solidFill>
                  <a:srgbClr val="000000"/>
                </a:solidFill>
                <a:latin typeface="Arial"/>
                <a:ea typeface="Arial"/>
                <a:cs typeface="Arial"/>
                <a:sym typeface="Arial"/>
              </a:defRPr>
            </a:lvl2pPr>
            <a:lvl3pPr indent="0" lvl="2" marL="0" marR="0" rtl="0" algn="r">
              <a:spcBef>
                <a:spcPts val="0"/>
              </a:spcBef>
              <a:buClr>
                <a:srgbClr val="000000"/>
              </a:buClr>
              <a:buSzPts val="1300"/>
              <a:buFont typeface="Arial"/>
              <a:buNone/>
              <a:defRPr sz="1300">
                <a:solidFill>
                  <a:srgbClr val="000000"/>
                </a:solidFill>
                <a:latin typeface="Arial"/>
                <a:ea typeface="Arial"/>
                <a:cs typeface="Arial"/>
                <a:sym typeface="Arial"/>
              </a:defRPr>
            </a:lvl3pPr>
            <a:lvl4pPr indent="0" lvl="3" marL="0" marR="0" rtl="0" algn="r">
              <a:spcBef>
                <a:spcPts val="0"/>
              </a:spcBef>
              <a:buClr>
                <a:srgbClr val="000000"/>
              </a:buClr>
              <a:buSzPts val="1300"/>
              <a:buFont typeface="Arial"/>
              <a:buNone/>
              <a:defRPr sz="1300">
                <a:solidFill>
                  <a:srgbClr val="000000"/>
                </a:solidFill>
                <a:latin typeface="Arial"/>
                <a:ea typeface="Arial"/>
                <a:cs typeface="Arial"/>
                <a:sym typeface="Arial"/>
              </a:defRPr>
            </a:lvl4pPr>
            <a:lvl5pPr indent="0" lvl="4" marL="0" marR="0" rtl="0" algn="r">
              <a:spcBef>
                <a:spcPts val="0"/>
              </a:spcBef>
              <a:buClr>
                <a:srgbClr val="000000"/>
              </a:buClr>
              <a:buSzPts val="1300"/>
              <a:buFont typeface="Arial"/>
              <a:buNone/>
              <a:defRPr sz="1300">
                <a:solidFill>
                  <a:srgbClr val="000000"/>
                </a:solidFill>
                <a:latin typeface="Arial"/>
                <a:ea typeface="Arial"/>
                <a:cs typeface="Arial"/>
                <a:sym typeface="Arial"/>
              </a:defRPr>
            </a:lvl5pPr>
            <a:lvl6pPr indent="0" lvl="5" marL="0" marR="0" rtl="0" algn="r">
              <a:spcBef>
                <a:spcPts val="0"/>
              </a:spcBef>
              <a:buClr>
                <a:srgbClr val="000000"/>
              </a:buClr>
              <a:buSzPts val="1300"/>
              <a:buFont typeface="Arial"/>
              <a:buNone/>
              <a:defRPr sz="1300">
                <a:solidFill>
                  <a:srgbClr val="000000"/>
                </a:solidFill>
                <a:latin typeface="Arial"/>
                <a:ea typeface="Arial"/>
                <a:cs typeface="Arial"/>
                <a:sym typeface="Arial"/>
              </a:defRPr>
            </a:lvl6pPr>
            <a:lvl7pPr indent="0" lvl="6" marL="0" marR="0" rtl="0" algn="r">
              <a:spcBef>
                <a:spcPts val="0"/>
              </a:spcBef>
              <a:buClr>
                <a:srgbClr val="000000"/>
              </a:buClr>
              <a:buSzPts val="1300"/>
              <a:buFont typeface="Arial"/>
              <a:buNone/>
              <a:defRPr sz="1300">
                <a:solidFill>
                  <a:srgbClr val="000000"/>
                </a:solidFill>
                <a:latin typeface="Arial"/>
                <a:ea typeface="Arial"/>
                <a:cs typeface="Arial"/>
                <a:sym typeface="Arial"/>
              </a:defRPr>
            </a:lvl7pPr>
            <a:lvl8pPr indent="0" lvl="7" marL="0" marR="0" rtl="0" algn="r">
              <a:spcBef>
                <a:spcPts val="0"/>
              </a:spcBef>
              <a:buClr>
                <a:srgbClr val="000000"/>
              </a:buClr>
              <a:buSzPts val="1300"/>
              <a:buFont typeface="Arial"/>
              <a:buNone/>
              <a:defRPr sz="1300">
                <a:solidFill>
                  <a:srgbClr val="000000"/>
                </a:solidFill>
                <a:latin typeface="Arial"/>
                <a:ea typeface="Arial"/>
                <a:cs typeface="Arial"/>
                <a:sym typeface="Arial"/>
              </a:defRPr>
            </a:lvl8pPr>
            <a:lvl9pPr indent="0" lvl="8" marL="0" marR="0" rtl="0" algn="r">
              <a:spcBef>
                <a:spcPts val="0"/>
              </a:spcBef>
              <a:buClr>
                <a:srgbClr val="000000"/>
              </a:buClr>
              <a:buSzPts val="1300"/>
              <a:buFont typeface="Arial"/>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8"/>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rtl="0">
              <a:spcBef>
                <a:spcPts val="0"/>
              </a:spcBef>
              <a:spcAft>
                <a:spcPts val="0"/>
              </a:spcAft>
              <a:buClr>
                <a:schemeClr val="dk1"/>
              </a:buClr>
              <a:buSzPts val="3600"/>
              <a:buFont typeface="Arial"/>
              <a:buNone/>
              <a:defRPr b="1" sz="3600">
                <a:solidFill>
                  <a:schemeClr val="dk1"/>
                </a:solidFill>
              </a:defRPr>
            </a:lvl3pPr>
            <a:lvl4pPr lvl="3" rtl="0">
              <a:spcBef>
                <a:spcPts val="0"/>
              </a:spcBef>
              <a:spcAft>
                <a:spcPts val="0"/>
              </a:spcAft>
              <a:buClr>
                <a:schemeClr val="dk1"/>
              </a:buClr>
              <a:buSzPts val="3600"/>
              <a:buFont typeface="Arial"/>
              <a:buNone/>
              <a:defRPr b="1" sz="3600">
                <a:solidFill>
                  <a:schemeClr val="dk1"/>
                </a:solidFill>
              </a:defRPr>
            </a:lvl4pPr>
            <a:lvl5pPr lvl="4" rtl="0">
              <a:spcBef>
                <a:spcPts val="0"/>
              </a:spcBef>
              <a:spcAft>
                <a:spcPts val="0"/>
              </a:spcAft>
              <a:buClr>
                <a:schemeClr val="dk1"/>
              </a:buClr>
              <a:buSzPts val="3600"/>
              <a:buFont typeface="Arial"/>
              <a:buNone/>
              <a:defRPr b="1" sz="3600">
                <a:solidFill>
                  <a:schemeClr val="dk1"/>
                </a:solidFill>
              </a:defRPr>
            </a:lvl5pPr>
            <a:lvl6pPr lvl="5" rtl="0">
              <a:spcBef>
                <a:spcPts val="0"/>
              </a:spcBef>
              <a:spcAft>
                <a:spcPts val="0"/>
              </a:spcAft>
              <a:buClr>
                <a:schemeClr val="dk1"/>
              </a:buClr>
              <a:buSzPts val="3600"/>
              <a:buFont typeface="Arial"/>
              <a:buNone/>
              <a:defRPr b="1" sz="3600">
                <a:solidFill>
                  <a:schemeClr val="dk1"/>
                </a:solidFill>
              </a:defRPr>
            </a:lvl6pPr>
            <a:lvl7pPr lvl="6" rtl="0">
              <a:spcBef>
                <a:spcPts val="0"/>
              </a:spcBef>
              <a:spcAft>
                <a:spcPts val="0"/>
              </a:spcAft>
              <a:buClr>
                <a:schemeClr val="dk1"/>
              </a:buClr>
              <a:buSzPts val="3600"/>
              <a:buFont typeface="Arial"/>
              <a:buNone/>
              <a:defRPr b="1" sz="3600">
                <a:solidFill>
                  <a:schemeClr val="dk1"/>
                </a:solidFill>
              </a:defRPr>
            </a:lvl7pPr>
            <a:lvl8pPr lvl="7" rtl="0">
              <a:spcBef>
                <a:spcPts val="0"/>
              </a:spcBef>
              <a:spcAft>
                <a:spcPts val="0"/>
              </a:spcAft>
              <a:buClr>
                <a:schemeClr val="dk1"/>
              </a:buClr>
              <a:buSzPts val="3600"/>
              <a:buFont typeface="Arial"/>
              <a:buNone/>
              <a:defRPr b="1" sz="3600">
                <a:solidFill>
                  <a:schemeClr val="dk1"/>
                </a:solidFill>
              </a:defRPr>
            </a:lvl8pPr>
            <a:lvl9pPr lvl="8" rtl="0">
              <a:spcBef>
                <a:spcPts val="0"/>
              </a:spcBef>
              <a:spcAft>
                <a:spcPts val="0"/>
              </a:spcAft>
              <a:buClr>
                <a:schemeClr val="dk1"/>
              </a:buClr>
              <a:buSzPts val="3600"/>
              <a:buFont typeface="Arial"/>
              <a:buNone/>
              <a:defRPr b="1" sz="3600">
                <a:solidFill>
                  <a:schemeClr val="dk1"/>
                </a:solidFill>
              </a:defRPr>
            </a:lvl9pPr>
          </a:lstStyle>
          <a:p/>
        </p:txBody>
      </p:sp>
      <p:sp>
        <p:nvSpPr>
          <p:cNvPr id="74" name="Google Shape;74;p18"/>
          <p:cNvSpPr txBox="1"/>
          <p:nvPr>
            <p:ph idx="12" type="sldNum"/>
          </p:nvPr>
        </p:nvSpPr>
        <p:spPr>
          <a:xfrm>
            <a:off x="8556791" y="4749850"/>
            <a:ext cx="548700" cy="393600"/>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buClr>
                <a:srgbClr val="000000"/>
              </a:buClr>
              <a:buSzPts val="1300"/>
              <a:buFont typeface="Arial"/>
              <a:buNone/>
              <a:defRPr sz="1300">
                <a:solidFill>
                  <a:srgbClr val="000000"/>
                </a:solidFill>
                <a:latin typeface="Arial"/>
                <a:ea typeface="Arial"/>
                <a:cs typeface="Arial"/>
                <a:sym typeface="Arial"/>
              </a:defRPr>
            </a:lvl1pPr>
            <a:lvl2pPr indent="0" lvl="1" marL="0" marR="0" rtl="0" algn="r">
              <a:spcBef>
                <a:spcPts val="0"/>
              </a:spcBef>
              <a:buClr>
                <a:srgbClr val="000000"/>
              </a:buClr>
              <a:buSzPts val="1300"/>
              <a:buFont typeface="Arial"/>
              <a:buNone/>
              <a:defRPr sz="1300">
                <a:solidFill>
                  <a:srgbClr val="000000"/>
                </a:solidFill>
                <a:latin typeface="Arial"/>
                <a:ea typeface="Arial"/>
                <a:cs typeface="Arial"/>
                <a:sym typeface="Arial"/>
              </a:defRPr>
            </a:lvl2pPr>
            <a:lvl3pPr indent="0" lvl="2" marL="0" marR="0" rtl="0" algn="r">
              <a:spcBef>
                <a:spcPts val="0"/>
              </a:spcBef>
              <a:buClr>
                <a:srgbClr val="000000"/>
              </a:buClr>
              <a:buSzPts val="1300"/>
              <a:buFont typeface="Arial"/>
              <a:buNone/>
              <a:defRPr sz="1300">
                <a:solidFill>
                  <a:srgbClr val="000000"/>
                </a:solidFill>
                <a:latin typeface="Arial"/>
                <a:ea typeface="Arial"/>
                <a:cs typeface="Arial"/>
                <a:sym typeface="Arial"/>
              </a:defRPr>
            </a:lvl3pPr>
            <a:lvl4pPr indent="0" lvl="3" marL="0" marR="0" rtl="0" algn="r">
              <a:spcBef>
                <a:spcPts val="0"/>
              </a:spcBef>
              <a:buClr>
                <a:srgbClr val="000000"/>
              </a:buClr>
              <a:buSzPts val="1300"/>
              <a:buFont typeface="Arial"/>
              <a:buNone/>
              <a:defRPr sz="1300">
                <a:solidFill>
                  <a:srgbClr val="000000"/>
                </a:solidFill>
                <a:latin typeface="Arial"/>
                <a:ea typeface="Arial"/>
                <a:cs typeface="Arial"/>
                <a:sym typeface="Arial"/>
              </a:defRPr>
            </a:lvl4pPr>
            <a:lvl5pPr indent="0" lvl="4" marL="0" marR="0" rtl="0" algn="r">
              <a:spcBef>
                <a:spcPts val="0"/>
              </a:spcBef>
              <a:buClr>
                <a:srgbClr val="000000"/>
              </a:buClr>
              <a:buSzPts val="1300"/>
              <a:buFont typeface="Arial"/>
              <a:buNone/>
              <a:defRPr sz="1300">
                <a:solidFill>
                  <a:srgbClr val="000000"/>
                </a:solidFill>
                <a:latin typeface="Arial"/>
                <a:ea typeface="Arial"/>
                <a:cs typeface="Arial"/>
                <a:sym typeface="Arial"/>
              </a:defRPr>
            </a:lvl5pPr>
            <a:lvl6pPr indent="0" lvl="5" marL="0" marR="0" rtl="0" algn="r">
              <a:spcBef>
                <a:spcPts val="0"/>
              </a:spcBef>
              <a:buClr>
                <a:srgbClr val="000000"/>
              </a:buClr>
              <a:buSzPts val="1300"/>
              <a:buFont typeface="Arial"/>
              <a:buNone/>
              <a:defRPr sz="1300">
                <a:solidFill>
                  <a:srgbClr val="000000"/>
                </a:solidFill>
                <a:latin typeface="Arial"/>
                <a:ea typeface="Arial"/>
                <a:cs typeface="Arial"/>
                <a:sym typeface="Arial"/>
              </a:defRPr>
            </a:lvl6pPr>
            <a:lvl7pPr indent="0" lvl="6" marL="0" marR="0" rtl="0" algn="r">
              <a:spcBef>
                <a:spcPts val="0"/>
              </a:spcBef>
              <a:buClr>
                <a:srgbClr val="000000"/>
              </a:buClr>
              <a:buSzPts val="1300"/>
              <a:buFont typeface="Arial"/>
              <a:buNone/>
              <a:defRPr sz="1300">
                <a:solidFill>
                  <a:srgbClr val="000000"/>
                </a:solidFill>
                <a:latin typeface="Arial"/>
                <a:ea typeface="Arial"/>
                <a:cs typeface="Arial"/>
                <a:sym typeface="Arial"/>
              </a:defRPr>
            </a:lvl7pPr>
            <a:lvl8pPr indent="0" lvl="7" marL="0" marR="0" rtl="0" algn="r">
              <a:spcBef>
                <a:spcPts val="0"/>
              </a:spcBef>
              <a:buClr>
                <a:srgbClr val="000000"/>
              </a:buClr>
              <a:buSzPts val="1300"/>
              <a:buFont typeface="Arial"/>
              <a:buNone/>
              <a:defRPr sz="1300">
                <a:solidFill>
                  <a:srgbClr val="000000"/>
                </a:solidFill>
                <a:latin typeface="Arial"/>
                <a:ea typeface="Arial"/>
                <a:cs typeface="Arial"/>
                <a:sym typeface="Arial"/>
              </a:defRPr>
            </a:lvl8pPr>
            <a:lvl9pPr indent="0" lvl="8" marL="0" marR="0" rtl="0" algn="r">
              <a:spcBef>
                <a:spcPts val="0"/>
              </a:spcBef>
              <a:buClr>
                <a:srgbClr val="000000"/>
              </a:buClr>
              <a:buSzPts val="1300"/>
              <a:buFont typeface="Arial"/>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75" name="Shape 75"/>
        <p:cNvGrpSpPr/>
        <p:nvPr/>
      </p:nvGrpSpPr>
      <p:grpSpPr>
        <a:xfrm>
          <a:off x="0" y="0"/>
          <a:ext cx="0" cy="0"/>
          <a:chOff x="0" y="0"/>
          <a:chExt cx="0" cy="0"/>
        </a:xfrm>
      </p:grpSpPr>
      <p:sp>
        <p:nvSpPr>
          <p:cNvPr id="76" name="Google Shape;76;p19"/>
          <p:cNvSpPr txBox="1"/>
          <p:nvPr>
            <p:ph idx="1" type="body"/>
          </p:nvPr>
        </p:nvSpPr>
        <p:spPr>
          <a:xfrm>
            <a:off x="457200" y="4406309"/>
            <a:ext cx="8229600" cy="5196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228600" lvl="1" marL="9144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228600" lvl="5" marL="27432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indent="-228600" lvl="6" marL="32004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indent="-228600" lvl="7" marL="36576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indent="-228600" lvl="8" marL="41148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77" name="Google Shape;77;p19"/>
          <p:cNvSpPr txBox="1"/>
          <p:nvPr>
            <p:ph idx="12" type="sldNum"/>
          </p:nvPr>
        </p:nvSpPr>
        <p:spPr>
          <a:xfrm>
            <a:off x="8556791" y="4749850"/>
            <a:ext cx="548700" cy="393600"/>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buClr>
                <a:srgbClr val="000000"/>
              </a:buClr>
              <a:buSzPts val="1300"/>
              <a:buFont typeface="Arial"/>
              <a:buNone/>
              <a:defRPr sz="1300">
                <a:solidFill>
                  <a:srgbClr val="000000"/>
                </a:solidFill>
                <a:latin typeface="Arial"/>
                <a:ea typeface="Arial"/>
                <a:cs typeface="Arial"/>
                <a:sym typeface="Arial"/>
              </a:defRPr>
            </a:lvl1pPr>
            <a:lvl2pPr indent="0" lvl="1" marL="0" marR="0" rtl="0" algn="r">
              <a:spcBef>
                <a:spcPts val="0"/>
              </a:spcBef>
              <a:buClr>
                <a:srgbClr val="000000"/>
              </a:buClr>
              <a:buSzPts val="1300"/>
              <a:buFont typeface="Arial"/>
              <a:buNone/>
              <a:defRPr sz="1300">
                <a:solidFill>
                  <a:srgbClr val="000000"/>
                </a:solidFill>
                <a:latin typeface="Arial"/>
                <a:ea typeface="Arial"/>
                <a:cs typeface="Arial"/>
                <a:sym typeface="Arial"/>
              </a:defRPr>
            </a:lvl2pPr>
            <a:lvl3pPr indent="0" lvl="2" marL="0" marR="0" rtl="0" algn="r">
              <a:spcBef>
                <a:spcPts val="0"/>
              </a:spcBef>
              <a:buClr>
                <a:srgbClr val="000000"/>
              </a:buClr>
              <a:buSzPts val="1300"/>
              <a:buFont typeface="Arial"/>
              <a:buNone/>
              <a:defRPr sz="1300">
                <a:solidFill>
                  <a:srgbClr val="000000"/>
                </a:solidFill>
                <a:latin typeface="Arial"/>
                <a:ea typeface="Arial"/>
                <a:cs typeface="Arial"/>
                <a:sym typeface="Arial"/>
              </a:defRPr>
            </a:lvl3pPr>
            <a:lvl4pPr indent="0" lvl="3" marL="0" marR="0" rtl="0" algn="r">
              <a:spcBef>
                <a:spcPts val="0"/>
              </a:spcBef>
              <a:buClr>
                <a:srgbClr val="000000"/>
              </a:buClr>
              <a:buSzPts val="1300"/>
              <a:buFont typeface="Arial"/>
              <a:buNone/>
              <a:defRPr sz="1300">
                <a:solidFill>
                  <a:srgbClr val="000000"/>
                </a:solidFill>
                <a:latin typeface="Arial"/>
                <a:ea typeface="Arial"/>
                <a:cs typeface="Arial"/>
                <a:sym typeface="Arial"/>
              </a:defRPr>
            </a:lvl4pPr>
            <a:lvl5pPr indent="0" lvl="4" marL="0" marR="0" rtl="0" algn="r">
              <a:spcBef>
                <a:spcPts val="0"/>
              </a:spcBef>
              <a:buClr>
                <a:srgbClr val="000000"/>
              </a:buClr>
              <a:buSzPts val="1300"/>
              <a:buFont typeface="Arial"/>
              <a:buNone/>
              <a:defRPr sz="1300">
                <a:solidFill>
                  <a:srgbClr val="000000"/>
                </a:solidFill>
                <a:latin typeface="Arial"/>
                <a:ea typeface="Arial"/>
                <a:cs typeface="Arial"/>
                <a:sym typeface="Arial"/>
              </a:defRPr>
            </a:lvl5pPr>
            <a:lvl6pPr indent="0" lvl="5" marL="0" marR="0" rtl="0" algn="r">
              <a:spcBef>
                <a:spcPts val="0"/>
              </a:spcBef>
              <a:buClr>
                <a:srgbClr val="000000"/>
              </a:buClr>
              <a:buSzPts val="1300"/>
              <a:buFont typeface="Arial"/>
              <a:buNone/>
              <a:defRPr sz="1300">
                <a:solidFill>
                  <a:srgbClr val="000000"/>
                </a:solidFill>
                <a:latin typeface="Arial"/>
                <a:ea typeface="Arial"/>
                <a:cs typeface="Arial"/>
                <a:sym typeface="Arial"/>
              </a:defRPr>
            </a:lvl6pPr>
            <a:lvl7pPr indent="0" lvl="6" marL="0" marR="0" rtl="0" algn="r">
              <a:spcBef>
                <a:spcPts val="0"/>
              </a:spcBef>
              <a:buClr>
                <a:srgbClr val="000000"/>
              </a:buClr>
              <a:buSzPts val="1300"/>
              <a:buFont typeface="Arial"/>
              <a:buNone/>
              <a:defRPr sz="1300">
                <a:solidFill>
                  <a:srgbClr val="000000"/>
                </a:solidFill>
                <a:latin typeface="Arial"/>
                <a:ea typeface="Arial"/>
                <a:cs typeface="Arial"/>
                <a:sym typeface="Arial"/>
              </a:defRPr>
            </a:lvl7pPr>
            <a:lvl8pPr indent="0" lvl="7" marL="0" marR="0" rtl="0" algn="r">
              <a:spcBef>
                <a:spcPts val="0"/>
              </a:spcBef>
              <a:buClr>
                <a:srgbClr val="000000"/>
              </a:buClr>
              <a:buSzPts val="1300"/>
              <a:buFont typeface="Arial"/>
              <a:buNone/>
              <a:defRPr sz="1300">
                <a:solidFill>
                  <a:srgbClr val="000000"/>
                </a:solidFill>
                <a:latin typeface="Arial"/>
                <a:ea typeface="Arial"/>
                <a:cs typeface="Arial"/>
                <a:sym typeface="Arial"/>
              </a:defRPr>
            </a:lvl8pPr>
            <a:lvl9pPr indent="0" lvl="8" marL="0" marR="0" rtl="0" algn="r">
              <a:spcBef>
                <a:spcPts val="0"/>
              </a:spcBef>
              <a:buClr>
                <a:srgbClr val="000000"/>
              </a:buClr>
              <a:buSzPts val="1300"/>
              <a:buFont typeface="Arial"/>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4" name="Shape 84"/>
        <p:cNvGrpSpPr/>
        <p:nvPr/>
      </p:nvGrpSpPr>
      <p:grpSpPr>
        <a:xfrm>
          <a:off x="0" y="0"/>
          <a:ext cx="0" cy="0"/>
          <a:chOff x="0" y="0"/>
          <a:chExt cx="0" cy="0"/>
        </a:xfrm>
      </p:grpSpPr>
      <p:sp>
        <p:nvSpPr>
          <p:cNvPr id="85" name="Google Shape;85;p21"/>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6" name="Google Shape;86;p21"/>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rtl="0" algn="ctr">
              <a:spcBef>
                <a:spcPts val="640"/>
              </a:spcBef>
              <a:spcAft>
                <a:spcPts val="0"/>
              </a:spcAft>
              <a:buClr>
                <a:srgbClr val="888888"/>
              </a:buClr>
              <a:buSzPts val="3200"/>
              <a:buNone/>
              <a:defRPr>
                <a:solidFill>
                  <a:srgbClr val="888888"/>
                </a:solidFill>
              </a:defRPr>
            </a:lvl1pPr>
            <a:lvl2pPr lvl="1" rtl="0" algn="ctr">
              <a:spcBef>
                <a:spcPts val="560"/>
              </a:spcBef>
              <a:spcAft>
                <a:spcPts val="0"/>
              </a:spcAft>
              <a:buClr>
                <a:srgbClr val="888888"/>
              </a:buClr>
              <a:buSzPts val="2800"/>
              <a:buNone/>
              <a:defRPr>
                <a:solidFill>
                  <a:srgbClr val="888888"/>
                </a:solidFill>
              </a:defRPr>
            </a:lvl2pPr>
            <a:lvl3pPr lvl="2" rtl="0" algn="ctr">
              <a:spcBef>
                <a:spcPts val="480"/>
              </a:spcBef>
              <a:spcAft>
                <a:spcPts val="0"/>
              </a:spcAft>
              <a:buClr>
                <a:srgbClr val="888888"/>
              </a:buClr>
              <a:buSzPts val="2400"/>
              <a:buNone/>
              <a:defRPr>
                <a:solidFill>
                  <a:srgbClr val="888888"/>
                </a:solidFill>
              </a:defRPr>
            </a:lvl3pPr>
            <a:lvl4pPr lvl="3" rtl="0" algn="ctr">
              <a:spcBef>
                <a:spcPts val="400"/>
              </a:spcBef>
              <a:spcAft>
                <a:spcPts val="0"/>
              </a:spcAft>
              <a:buClr>
                <a:srgbClr val="888888"/>
              </a:buClr>
              <a:buSzPts val="2000"/>
              <a:buNone/>
              <a:defRPr>
                <a:solidFill>
                  <a:srgbClr val="888888"/>
                </a:solidFill>
              </a:defRPr>
            </a:lvl4pPr>
            <a:lvl5pPr lvl="4" rtl="0" algn="ctr">
              <a:spcBef>
                <a:spcPts val="400"/>
              </a:spcBef>
              <a:spcAft>
                <a:spcPts val="0"/>
              </a:spcAft>
              <a:buClr>
                <a:srgbClr val="888888"/>
              </a:buClr>
              <a:buSzPts val="2000"/>
              <a:buNone/>
              <a:defRPr>
                <a:solidFill>
                  <a:srgbClr val="888888"/>
                </a:solidFill>
              </a:defRPr>
            </a:lvl5pPr>
            <a:lvl6pPr lvl="5" rtl="0" algn="ctr">
              <a:spcBef>
                <a:spcPts val="400"/>
              </a:spcBef>
              <a:spcAft>
                <a:spcPts val="0"/>
              </a:spcAft>
              <a:buClr>
                <a:srgbClr val="888888"/>
              </a:buClr>
              <a:buSzPts val="2000"/>
              <a:buNone/>
              <a:defRPr>
                <a:solidFill>
                  <a:srgbClr val="888888"/>
                </a:solidFill>
              </a:defRPr>
            </a:lvl6pPr>
            <a:lvl7pPr lvl="6" rtl="0" algn="ctr">
              <a:spcBef>
                <a:spcPts val="400"/>
              </a:spcBef>
              <a:spcAft>
                <a:spcPts val="0"/>
              </a:spcAft>
              <a:buClr>
                <a:srgbClr val="888888"/>
              </a:buClr>
              <a:buSzPts val="2000"/>
              <a:buNone/>
              <a:defRPr>
                <a:solidFill>
                  <a:srgbClr val="888888"/>
                </a:solidFill>
              </a:defRPr>
            </a:lvl7pPr>
            <a:lvl8pPr lvl="7" rtl="0" algn="ctr">
              <a:spcBef>
                <a:spcPts val="400"/>
              </a:spcBef>
              <a:spcAft>
                <a:spcPts val="0"/>
              </a:spcAft>
              <a:buClr>
                <a:srgbClr val="888888"/>
              </a:buClr>
              <a:buSzPts val="2000"/>
              <a:buNone/>
              <a:defRPr>
                <a:solidFill>
                  <a:srgbClr val="888888"/>
                </a:solidFill>
              </a:defRPr>
            </a:lvl8pPr>
            <a:lvl9pPr lvl="8" rtl="0" algn="ctr">
              <a:spcBef>
                <a:spcPts val="400"/>
              </a:spcBef>
              <a:spcAft>
                <a:spcPts val="0"/>
              </a:spcAft>
              <a:buClr>
                <a:srgbClr val="888888"/>
              </a:buClr>
              <a:buSzPts val="2000"/>
              <a:buNone/>
              <a:defRPr>
                <a:solidFill>
                  <a:srgbClr val="888888"/>
                </a:solidFill>
              </a:defRPr>
            </a:lvl9pPr>
          </a:lstStyle>
          <a:p/>
        </p:txBody>
      </p:sp>
      <p:sp>
        <p:nvSpPr>
          <p:cNvPr id="87" name="Google Shape;87;p2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8" name="Google Shape;88;p2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9" name="Google Shape;89;p2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2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2" name="Google Shape;92;p2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3" name="Google Shape;93;p2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4" name="Shape 94"/>
        <p:cNvGrpSpPr/>
        <p:nvPr/>
      </p:nvGrpSpPr>
      <p:grpSpPr>
        <a:xfrm>
          <a:off x="0" y="0"/>
          <a:ext cx="0" cy="0"/>
          <a:chOff x="0" y="0"/>
          <a:chExt cx="0" cy="0"/>
        </a:xfrm>
      </p:grpSpPr>
      <p:sp>
        <p:nvSpPr>
          <p:cNvPr id="95" name="Google Shape;95;p2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6" name="Google Shape;96;p2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97" name="Google Shape;97;p2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8" name="Google Shape;98;p2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9" name="Google Shape;99;p2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0" name="Shape 100"/>
        <p:cNvGrpSpPr/>
        <p:nvPr/>
      </p:nvGrpSpPr>
      <p:grpSpPr>
        <a:xfrm>
          <a:off x="0" y="0"/>
          <a:ext cx="0" cy="0"/>
          <a:chOff x="0" y="0"/>
          <a:chExt cx="0" cy="0"/>
        </a:xfrm>
      </p:grpSpPr>
      <p:sp>
        <p:nvSpPr>
          <p:cNvPr id="101" name="Google Shape;101;p24"/>
          <p:cNvSpPr txBox="1"/>
          <p:nvPr>
            <p:ph type="title"/>
          </p:nvPr>
        </p:nvSpPr>
        <p:spPr>
          <a:xfrm>
            <a:off x="722313" y="3305175"/>
            <a:ext cx="7772400" cy="1021500"/>
          </a:xfrm>
          <a:prstGeom prst="rect">
            <a:avLst/>
          </a:prstGeom>
          <a:noFill/>
          <a:ln>
            <a:noFill/>
          </a:ln>
        </p:spPr>
        <p:txBody>
          <a:bodyPr anchorCtr="0" anchor="t" bIns="45700" lIns="91425" spcFirstLastPara="1" rIns="91425" wrap="square" tIns="45700">
            <a:normAutofit/>
          </a:bodyPr>
          <a:lstStyle>
            <a:lvl1pPr lvl="0" rtl="0" algn="l">
              <a:spcBef>
                <a:spcPts val="0"/>
              </a:spcBef>
              <a:spcAft>
                <a:spcPts val="0"/>
              </a:spcAft>
              <a:buClr>
                <a:schemeClr val="dk1"/>
              </a:buClr>
              <a:buSzPts val="4000"/>
              <a:buFont typeface="Calibri"/>
              <a:buNone/>
              <a:defRPr b="1" sz="4000"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2" name="Google Shape;102;p24"/>
          <p:cNvSpPr txBox="1"/>
          <p:nvPr>
            <p:ph idx="1" type="body"/>
          </p:nvPr>
        </p:nvSpPr>
        <p:spPr>
          <a:xfrm>
            <a:off x="722313" y="2180035"/>
            <a:ext cx="7772400" cy="1125300"/>
          </a:xfrm>
          <a:prstGeom prst="rect">
            <a:avLst/>
          </a:prstGeom>
          <a:noFill/>
          <a:ln>
            <a:noFill/>
          </a:ln>
        </p:spPr>
        <p:txBody>
          <a:bodyPr anchorCtr="0" anchor="b" bIns="45700" lIns="91425" spcFirstLastPara="1" rIns="91425" wrap="square" tIns="45700">
            <a:normAutofit/>
          </a:bodyPr>
          <a:lstStyle>
            <a:lvl1pPr indent="-228600" lvl="0" marL="457200" rtl="0" algn="l">
              <a:spcBef>
                <a:spcPts val="400"/>
              </a:spcBef>
              <a:spcAft>
                <a:spcPts val="0"/>
              </a:spcAft>
              <a:buClr>
                <a:srgbClr val="888888"/>
              </a:buClr>
              <a:buSzPts val="2000"/>
              <a:buNone/>
              <a:defRPr sz="2000">
                <a:solidFill>
                  <a:srgbClr val="888888"/>
                </a:solidFill>
              </a:defRPr>
            </a:lvl1pPr>
            <a:lvl2pPr indent="-228600" lvl="1" marL="914400" rtl="0" algn="l">
              <a:spcBef>
                <a:spcPts val="360"/>
              </a:spcBef>
              <a:spcAft>
                <a:spcPts val="0"/>
              </a:spcAft>
              <a:buClr>
                <a:srgbClr val="888888"/>
              </a:buClr>
              <a:buSzPts val="1800"/>
              <a:buNone/>
              <a:defRPr sz="1800">
                <a:solidFill>
                  <a:srgbClr val="888888"/>
                </a:solidFill>
              </a:defRPr>
            </a:lvl2pPr>
            <a:lvl3pPr indent="-228600" lvl="2" marL="1371600" rtl="0" algn="l">
              <a:spcBef>
                <a:spcPts val="320"/>
              </a:spcBef>
              <a:spcAft>
                <a:spcPts val="0"/>
              </a:spcAft>
              <a:buClr>
                <a:srgbClr val="888888"/>
              </a:buClr>
              <a:buSzPts val="1600"/>
              <a:buNone/>
              <a:defRPr sz="1600">
                <a:solidFill>
                  <a:srgbClr val="888888"/>
                </a:solidFill>
              </a:defRPr>
            </a:lvl3pPr>
            <a:lvl4pPr indent="-228600" lvl="3" marL="1828800" rtl="0" algn="l">
              <a:spcBef>
                <a:spcPts val="280"/>
              </a:spcBef>
              <a:spcAft>
                <a:spcPts val="0"/>
              </a:spcAft>
              <a:buClr>
                <a:srgbClr val="888888"/>
              </a:buClr>
              <a:buSzPts val="1400"/>
              <a:buNone/>
              <a:defRPr sz="1400">
                <a:solidFill>
                  <a:srgbClr val="888888"/>
                </a:solidFill>
              </a:defRPr>
            </a:lvl4pPr>
            <a:lvl5pPr indent="-228600" lvl="4" marL="2286000" rtl="0" algn="l">
              <a:spcBef>
                <a:spcPts val="280"/>
              </a:spcBef>
              <a:spcAft>
                <a:spcPts val="0"/>
              </a:spcAft>
              <a:buClr>
                <a:srgbClr val="888888"/>
              </a:buClr>
              <a:buSzPts val="1400"/>
              <a:buNone/>
              <a:defRPr sz="1400">
                <a:solidFill>
                  <a:srgbClr val="888888"/>
                </a:solidFill>
              </a:defRPr>
            </a:lvl5pPr>
            <a:lvl6pPr indent="-228600" lvl="5" marL="2743200" rtl="0" algn="l">
              <a:spcBef>
                <a:spcPts val="280"/>
              </a:spcBef>
              <a:spcAft>
                <a:spcPts val="0"/>
              </a:spcAft>
              <a:buClr>
                <a:srgbClr val="888888"/>
              </a:buClr>
              <a:buSzPts val="1400"/>
              <a:buNone/>
              <a:defRPr sz="1400">
                <a:solidFill>
                  <a:srgbClr val="888888"/>
                </a:solidFill>
              </a:defRPr>
            </a:lvl6pPr>
            <a:lvl7pPr indent="-228600" lvl="6" marL="3200400" rtl="0" algn="l">
              <a:spcBef>
                <a:spcPts val="280"/>
              </a:spcBef>
              <a:spcAft>
                <a:spcPts val="0"/>
              </a:spcAft>
              <a:buClr>
                <a:srgbClr val="888888"/>
              </a:buClr>
              <a:buSzPts val="1400"/>
              <a:buNone/>
              <a:defRPr sz="1400">
                <a:solidFill>
                  <a:srgbClr val="888888"/>
                </a:solidFill>
              </a:defRPr>
            </a:lvl7pPr>
            <a:lvl8pPr indent="-228600" lvl="7" marL="3657600" rtl="0" algn="l">
              <a:spcBef>
                <a:spcPts val="280"/>
              </a:spcBef>
              <a:spcAft>
                <a:spcPts val="0"/>
              </a:spcAft>
              <a:buClr>
                <a:srgbClr val="888888"/>
              </a:buClr>
              <a:buSzPts val="1400"/>
              <a:buNone/>
              <a:defRPr sz="1400">
                <a:solidFill>
                  <a:srgbClr val="888888"/>
                </a:solidFill>
              </a:defRPr>
            </a:lvl8pPr>
            <a:lvl9pPr indent="-228600" lvl="8" marL="4114800" rtl="0" algn="l">
              <a:spcBef>
                <a:spcPts val="280"/>
              </a:spcBef>
              <a:spcAft>
                <a:spcPts val="0"/>
              </a:spcAft>
              <a:buClr>
                <a:srgbClr val="888888"/>
              </a:buClr>
              <a:buSzPts val="1400"/>
              <a:buNone/>
              <a:defRPr sz="1400">
                <a:solidFill>
                  <a:srgbClr val="888888"/>
                </a:solidFill>
              </a:defRPr>
            </a:lvl9pPr>
          </a:lstStyle>
          <a:p/>
        </p:txBody>
      </p:sp>
      <p:sp>
        <p:nvSpPr>
          <p:cNvPr id="103" name="Google Shape;103;p24"/>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4" name="Google Shape;104;p24"/>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5" name="Google Shape;105;p24"/>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6" name="Shape 106"/>
        <p:cNvGrpSpPr/>
        <p:nvPr/>
      </p:nvGrpSpPr>
      <p:grpSpPr>
        <a:xfrm>
          <a:off x="0" y="0"/>
          <a:ext cx="0" cy="0"/>
          <a:chOff x="0" y="0"/>
          <a:chExt cx="0" cy="0"/>
        </a:xfrm>
      </p:grpSpPr>
      <p:sp>
        <p:nvSpPr>
          <p:cNvPr id="107" name="Google Shape;107;p25"/>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8" name="Google Shape;108;p25"/>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rmAutofit/>
          </a:bodyPr>
          <a:lstStyle>
            <a:lvl1pPr indent="-406400" lvl="0" marL="457200" rtl="0" algn="l">
              <a:spcBef>
                <a:spcPts val="560"/>
              </a:spcBef>
              <a:spcAft>
                <a:spcPts val="0"/>
              </a:spcAft>
              <a:buClr>
                <a:schemeClr val="dk1"/>
              </a:buClr>
              <a:buSzPts val="2800"/>
              <a:buChar char="•"/>
              <a:defRPr sz="2800"/>
            </a:lvl1pPr>
            <a:lvl2pPr indent="-381000" lvl="1" marL="914400" rtl="0" algn="l">
              <a:spcBef>
                <a:spcPts val="480"/>
              </a:spcBef>
              <a:spcAft>
                <a:spcPts val="0"/>
              </a:spcAft>
              <a:buClr>
                <a:schemeClr val="dk1"/>
              </a:buClr>
              <a:buSzPts val="2400"/>
              <a:buChar char="–"/>
              <a:defRPr sz="2400"/>
            </a:lvl2pPr>
            <a:lvl3pPr indent="-355600" lvl="2" marL="1371600" rtl="0" algn="l">
              <a:spcBef>
                <a:spcPts val="400"/>
              </a:spcBef>
              <a:spcAft>
                <a:spcPts val="0"/>
              </a:spcAft>
              <a:buClr>
                <a:schemeClr val="dk1"/>
              </a:buClr>
              <a:buSzPts val="2000"/>
              <a:buChar char="•"/>
              <a:defRPr sz="2000"/>
            </a:lvl3pPr>
            <a:lvl4pPr indent="-342900" lvl="3" marL="1828800" rtl="0" algn="l">
              <a:spcBef>
                <a:spcPts val="360"/>
              </a:spcBef>
              <a:spcAft>
                <a:spcPts val="0"/>
              </a:spcAft>
              <a:buClr>
                <a:schemeClr val="dk1"/>
              </a:buClr>
              <a:buSzPts val="1800"/>
              <a:buChar char="–"/>
              <a:defRPr sz="1800"/>
            </a:lvl4pPr>
            <a:lvl5pPr indent="-342900" lvl="4" marL="2286000" rtl="0" algn="l">
              <a:spcBef>
                <a:spcPts val="360"/>
              </a:spcBef>
              <a:spcAft>
                <a:spcPts val="0"/>
              </a:spcAft>
              <a:buClr>
                <a:schemeClr val="dk1"/>
              </a:buClr>
              <a:buSzPts val="1800"/>
              <a:buChar char="»"/>
              <a:defRPr sz="1800"/>
            </a:lvl5pPr>
            <a:lvl6pPr indent="-342900" lvl="5" marL="2743200" rtl="0" algn="l">
              <a:spcBef>
                <a:spcPts val="360"/>
              </a:spcBef>
              <a:spcAft>
                <a:spcPts val="0"/>
              </a:spcAft>
              <a:buClr>
                <a:schemeClr val="dk1"/>
              </a:buClr>
              <a:buSzPts val="1800"/>
              <a:buChar char="•"/>
              <a:defRPr sz="1800"/>
            </a:lvl6pPr>
            <a:lvl7pPr indent="-342900" lvl="6" marL="3200400" rtl="0" algn="l">
              <a:spcBef>
                <a:spcPts val="360"/>
              </a:spcBef>
              <a:spcAft>
                <a:spcPts val="0"/>
              </a:spcAft>
              <a:buClr>
                <a:schemeClr val="dk1"/>
              </a:buClr>
              <a:buSzPts val="1800"/>
              <a:buChar char="•"/>
              <a:defRPr sz="1800"/>
            </a:lvl7pPr>
            <a:lvl8pPr indent="-342900" lvl="7" marL="3657600" rtl="0" algn="l">
              <a:spcBef>
                <a:spcPts val="360"/>
              </a:spcBef>
              <a:spcAft>
                <a:spcPts val="0"/>
              </a:spcAft>
              <a:buClr>
                <a:schemeClr val="dk1"/>
              </a:buClr>
              <a:buSzPts val="1800"/>
              <a:buChar char="•"/>
              <a:defRPr sz="1800"/>
            </a:lvl8pPr>
            <a:lvl9pPr indent="-342900" lvl="8" marL="4114800" rtl="0" algn="l">
              <a:spcBef>
                <a:spcPts val="360"/>
              </a:spcBef>
              <a:spcAft>
                <a:spcPts val="0"/>
              </a:spcAft>
              <a:buClr>
                <a:schemeClr val="dk1"/>
              </a:buClr>
              <a:buSzPts val="1800"/>
              <a:buChar char="•"/>
              <a:defRPr sz="1800"/>
            </a:lvl9pPr>
          </a:lstStyle>
          <a:p/>
        </p:txBody>
      </p:sp>
      <p:sp>
        <p:nvSpPr>
          <p:cNvPr id="109" name="Google Shape;109;p25"/>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rmAutofit/>
          </a:bodyPr>
          <a:lstStyle>
            <a:lvl1pPr indent="-406400" lvl="0" marL="457200" rtl="0" algn="l">
              <a:spcBef>
                <a:spcPts val="560"/>
              </a:spcBef>
              <a:spcAft>
                <a:spcPts val="0"/>
              </a:spcAft>
              <a:buClr>
                <a:schemeClr val="dk1"/>
              </a:buClr>
              <a:buSzPts val="2800"/>
              <a:buChar char="•"/>
              <a:defRPr sz="2800"/>
            </a:lvl1pPr>
            <a:lvl2pPr indent="-381000" lvl="1" marL="914400" rtl="0" algn="l">
              <a:spcBef>
                <a:spcPts val="480"/>
              </a:spcBef>
              <a:spcAft>
                <a:spcPts val="0"/>
              </a:spcAft>
              <a:buClr>
                <a:schemeClr val="dk1"/>
              </a:buClr>
              <a:buSzPts val="2400"/>
              <a:buChar char="–"/>
              <a:defRPr sz="2400"/>
            </a:lvl2pPr>
            <a:lvl3pPr indent="-355600" lvl="2" marL="1371600" rtl="0" algn="l">
              <a:spcBef>
                <a:spcPts val="400"/>
              </a:spcBef>
              <a:spcAft>
                <a:spcPts val="0"/>
              </a:spcAft>
              <a:buClr>
                <a:schemeClr val="dk1"/>
              </a:buClr>
              <a:buSzPts val="2000"/>
              <a:buChar char="•"/>
              <a:defRPr sz="2000"/>
            </a:lvl3pPr>
            <a:lvl4pPr indent="-342900" lvl="3" marL="1828800" rtl="0" algn="l">
              <a:spcBef>
                <a:spcPts val="360"/>
              </a:spcBef>
              <a:spcAft>
                <a:spcPts val="0"/>
              </a:spcAft>
              <a:buClr>
                <a:schemeClr val="dk1"/>
              </a:buClr>
              <a:buSzPts val="1800"/>
              <a:buChar char="–"/>
              <a:defRPr sz="1800"/>
            </a:lvl4pPr>
            <a:lvl5pPr indent="-342900" lvl="4" marL="2286000" rtl="0" algn="l">
              <a:spcBef>
                <a:spcPts val="360"/>
              </a:spcBef>
              <a:spcAft>
                <a:spcPts val="0"/>
              </a:spcAft>
              <a:buClr>
                <a:schemeClr val="dk1"/>
              </a:buClr>
              <a:buSzPts val="1800"/>
              <a:buChar char="»"/>
              <a:defRPr sz="1800"/>
            </a:lvl5pPr>
            <a:lvl6pPr indent="-342900" lvl="5" marL="2743200" rtl="0" algn="l">
              <a:spcBef>
                <a:spcPts val="360"/>
              </a:spcBef>
              <a:spcAft>
                <a:spcPts val="0"/>
              </a:spcAft>
              <a:buClr>
                <a:schemeClr val="dk1"/>
              </a:buClr>
              <a:buSzPts val="1800"/>
              <a:buChar char="•"/>
              <a:defRPr sz="1800"/>
            </a:lvl6pPr>
            <a:lvl7pPr indent="-342900" lvl="6" marL="3200400" rtl="0" algn="l">
              <a:spcBef>
                <a:spcPts val="360"/>
              </a:spcBef>
              <a:spcAft>
                <a:spcPts val="0"/>
              </a:spcAft>
              <a:buClr>
                <a:schemeClr val="dk1"/>
              </a:buClr>
              <a:buSzPts val="1800"/>
              <a:buChar char="•"/>
              <a:defRPr sz="1800"/>
            </a:lvl7pPr>
            <a:lvl8pPr indent="-342900" lvl="7" marL="3657600" rtl="0" algn="l">
              <a:spcBef>
                <a:spcPts val="360"/>
              </a:spcBef>
              <a:spcAft>
                <a:spcPts val="0"/>
              </a:spcAft>
              <a:buClr>
                <a:schemeClr val="dk1"/>
              </a:buClr>
              <a:buSzPts val="1800"/>
              <a:buChar char="•"/>
              <a:defRPr sz="1800"/>
            </a:lvl8pPr>
            <a:lvl9pPr indent="-342900" lvl="8" marL="4114800" rtl="0" algn="l">
              <a:spcBef>
                <a:spcPts val="360"/>
              </a:spcBef>
              <a:spcAft>
                <a:spcPts val="0"/>
              </a:spcAft>
              <a:buClr>
                <a:schemeClr val="dk1"/>
              </a:buClr>
              <a:buSzPts val="1800"/>
              <a:buChar char="•"/>
              <a:defRPr sz="1800"/>
            </a:lvl9pPr>
          </a:lstStyle>
          <a:p/>
        </p:txBody>
      </p:sp>
      <p:sp>
        <p:nvSpPr>
          <p:cNvPr id="110" name="Google Shape;110;p25"/>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1" name="Google Shape;111;p25"/>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2" name="Google Shape;112;p25"/>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3" name="Shape 113"/>
        <p:cNvGrpSpPr/>
        <p:nvPr/>
      </p:nvGrpSpPr>
      <p:grpSpPr>
        <a:xfrm>
          <a:off x="0" y="0"/>
          <a:ext cx="0" cy="0"/>
          <a:chOff x="0" y="0"/>
          <a:chExt cx="0" cy="0"/>
        </a:xfrm>
      </p:grpSpPr>
      <p:sp>
        <p:nvSpPr>
          <p:cNvPr id="114" name="Google Shape;114;p26"/>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4400"/>
              <a:buFont typeface="Calibri"/>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5" name="Google Shape;115;p26"/>
          <p:cNvSpPr txBox="1"/>
          <p:nvPr>
            <p:ph idx="1" type="body"/>
          </p:nvPr>
        </p:nvSpPr>
        <p:spPr>
          <a:xfrm>
            <a:off x="457200" y="1151335"/>
            <a:ext cx="4040100" cy="480000"/>
          </a:xfrm>
          <a:prstGeom prst="rect">
            <a:avLst/>
          </a:prstGeom>
          <a:noFill/>
          <a:ln>
            <a:noFill/>
          </a:ln>
        </p:spPr>
        <p:txBody>
          <a:bodyPr anchorCtr="0" anchor="b" bIns="45700" lIns="91425" spcFirstLastPara="1" rIns="91425" wrap="square" tIns="45700">
            <a:normAutofit/>
          </a:bodyPr>
          <a:lstStyle>
            <a:lvl1pPr indent="-228600" lvl="0" marL="457200" rtl="0" algn="l">
              <a:spcBef>
                <a:spcPts val="480"/>
              </a:spcBef>
              <a:spcAft>
                <a:spcPts val="0"/>
              </a:spcAft>
              <a:buClr>
                <a:schemeClr val="dk1"/>
              </a:buClr>
              <a:buSzPts val="2400"/>
              <a:buNone/>
              <a:defRPr b="1" sz="2400"/>
            </a:lvl1pPr>
            <a:lvl2pPr indent="-228600" lvl="1" marL="914400" rtl="0" algn="l">
              <a:spcBef>
                <a:spcPts val="400"/>
              </a:spcBef>
              <a:spcAft>
                <a:spcPts val="0"/>
              </a:spcAft>
              <a:buClr>
                <a:schemeClr val="dk1"/>
              </a:buClr>
              <a:buSzPts val="2000"/>
              <a:buNone/>
              <a:defRPr b="1" sz="2000"/>
            </a:lvl2pPr>
            <a:lvl3pPr indent="-228600" lvl="2" marL="1371600" rtl="0" algn="l">
              <a:spcBef>
                <a:spcPts val="360"/>
              </a:spcBef>
              <a:spcAft>
                <a:spcPts val="0"/>
              </a:spcAft>
              <a:buClr>
                <a:schemeClr val="dk1"/>
              </a:buClr>
              <a:buSzPts val="1800"/>
              <a:buNone/>
              <a:defRPr b="1" sz="1800"/>
            </a:lvl3pPr>
            <a:lvl4pPr indent="-228600" lvl="3" marL="1828800" rtl="0" algn="l">
              <a:spcBef>
                <a:spcPts val="320"/>
              </a:spcBef>
              <a:spcAft>
                <a:spcPts val="0"/>
              </a:spcAft>
              <a:buClr>
                <a:schemeClr val="dk1"/>
              </a:buClr>
              <a:buSzPts val="1600"/>
              <a:buNone/>
              <a:defRPr b="1" sz="1600"/>
            </a:lvl4pPr>
            <a:lvl5pPr indent="-228600" lvl="4" marL="2286000" rtl="0" algn="l">
              <a:spcBef>
                <a:spcPts val="320"/>
              </a:spcBef>
              <a:spcAft>
                <a:spcPts val="0"/>
              </a:spcAft>
              <a:buClr>
                <a:schemeClr val="dk1"/>
              </a:buClr>
              <a:buSzPts val="1600"/>
              <a:buNone/>
              <a:defRPr b="1" sz="1600"/>
            </a:lvl5pPr>
            <a:lvl6pPr indent="-228600" lvl="5" marL="2743200" rtl="0" algn="l">
              <a:spcBef>
                <a:spcPts val="320"/>
              </a:spcBef>
              <a:spcAft>
                <a:spcPts val="0"/>
              </a:spcAft>
              <a:buClr>
                <a:schemeClr val="dk1"/>
              </a:buClr>
              <a:buSzPts val="1600"/>
              <a:buNone/>
              <a:defRPr b="1" sz="1600"/>
            </a:lvl6pPr>
            <a:lvl7pPr indent="-228600" lvl="6" marL="3200400" rtl="0" algn="l">
              <a:spcBef>
                <a:spcPts val="320"/>
              </a:spcBef>
              <a:spcAft>
                <a:spcPts val="0"/>
              </a:spcAft>
              <a:buClr>
                <a:schemeClr val="dk1"/>
              </a:buClr>
              <a:buSzPts val="1600"/>
              <a:buNone/>
              <a:defRPr b="1" sz="1600"/>
            </a:lvl7pPr>
            <a:lvl8pPr indent="-228600" lvl="7" marL="3657600" rtl="0" algn="l">
              <a:spcBef>
                <a:spcPts val="320"/>
              </a:spcBef>
              <a:spcAft>
                <a:spcPts val="0"/>
              </a:spcAft>
              <a:buClr>
                <a:schemeClr val="dk1"/>
              </a:buClr>
              <a:buSzPts val="1600"/>
              <a:buNone/>
              <a:defRPr b="1" sz="1600"/>
            </a:lvl8pPr>
            <a:lvl9pPr indent="-228600" lvl="8" marL="4114800" rtl="0" algn="l">
              <a:spcBef>
                <a:spcPts val="320"/>
              </a:spcBef>
              <a:spcAft>
                <a:spcPts val="0"/>
              </a:spcAft>
              <a:buClr>
                <a:schemeClr val="dk1"/>
              </a:buClr>
              <a:buSzPts val="1600"/>
              <a:buNone/>
              <a:defRPr b="1" sz="1600"/>
            </a:lvl9pPr>
          </a:lstStyle>
          <a:p/>
        </p:txBody>
      </p:sp>
      <p:sp>
        <p:nvSpPr>
          <p:cNvPr id="116" name="Google Shape;116;p26"/>
          <p:cNvSpPr txBox="1"/>
          <p:nvPr>
            <p:ph idx="2" type="body"/>
          </p:nvPr>
        </p:nvSpPr>
        <p:spPr>
          <a:xfrm>
            <a:off x="457200" y="1631156"/>
            <a:ext cx="4040100" cy="2963400"/>
          </a:xfrm>
          <a:prstGeom prst="rect">
            <a:avLst/>
          </a:prstGeom>
          <a:noFill/>
          <a:ln>
            <a:noFill/>
          </a:ln>
        </p:spPr>
        <p:txBody>
          <a:bodyPr anchorCtr="0" anchor="t" bIns="45700" lIns="91425" spcFirstLastPara="1" rIns="91425" wrap="square" tIns="45700">
            <a:normAutofit/>
          </a:bodyPr>
          <a:lstStyle>
            <a:lvl1pPr indent="-381000" lvl="0" marL="457200" rtl="0" algn="l">
              <a:spcBef>
                <a:spcPts val="480"/>
              </a:spcBef>
              <a:spcAft>
                <a:spcPts val="0"/>
              </a:spcAft>
              <a:buClr>
                <a:schemeClr val="dk1"/>
              </a:buClr>
              <a:buSzPts val="2400"/>
              <a:buChar char="•"/>
              <a:defRPr sz="2400"/>
            </a:lvl1pPr>
            <a:lvl2pPr indent="-355600" lvl="1" marL="914400" rtl="0" algn="l">
              <a:spcBef>
                <a:spcPts val="400"/>
              </a:spcBef>
              <a:spcAft>
                <a:spcPts val="0"/>
              </a:spcAft>
              <a:buClr>
                <a:schemeClr val="dk1"/>
              </a:buClr>
              <a:buSzPts val="2000"/>
              <a:buChar char="–"/>
              <a:defRPr sz="2000"/>
            </a:lvl2pPr>
            <a:lvl3pPr indent="-342900" lvl="2" marL="1371600" rtl="0" algn="l">
              <a:spcBef>
                <a:spcPts val="360"/>
              </a:spcBef>
              <a:spcAft>
                <a:spcPts val="0"/>
              </a:spcAft>
              <a:buClr>
                <a:schemeClr val="dk1"/>
              </a:buClr>
              <a:buSzPts val="1800"/>
              <a:buChar char="•"/>
              <a:defRPr sz="1800"/>
            </a:lvl3pPr>
            <a:lvl4pPr indent="-330200" lvl="3" marL="1828800" rtl="0" algn="l">
              <a:spcBef>
                <a:spcPts val="320"/>
              </a:spcBef>
              <a:spcAft>
                <a:spcPts val="0"/>
              </a:spcAft>
              <a:buClr>
                <a:schemeClr val="dk1"/>
              </a:buClr>
              <a:buSzPts val="1600"/>
              <a:buChar char="–"/>
              <a:defRPr sz="1600"/>
            </a:lvl4pPr>
            <a:lvl5pPr indent="-330200" lvl="4" marL="2286000" rtl="0" algn="l">
              <a:spcBef>
                <a:spcPts val="320"/>
              </a:spcBef>
              <a:spcAft>
                <a:spcPts val="0"/>
              </a:spcAft>
              <a:buClr>
                <a:schemeClr val="dk1"/>
              </a:buClr>
              <a:buSzPts val="1600"/>
              <a:buChar char="»"/>
              <a:defRPr sz="1600"/>
            </a:lvl5pPr>
            <a:lvl6pPr indent="-330200" lvl="5" marL="2743200" rtl="0" algn="l">
              <a:spcBef>
                <a:spcPts val="320"/>
              </a:spcBef>
              <a:spcAft>
                <a:spcPts val="0"/>
              </a:spcAft>
              <a:buClr>
                <a:schemeClr val="dk1"/>
              </a:buClr>
              <a:buSzPts val="1600"/>
              <a:buChar char="•"/>
              <a:defRPr sz="1600"/>
            </a:lvl6pPr>
            <a:lvl7pPr indent="-330200" lvl="6" marL="3200400" rtl="0" algn="l">
              <a:spcBef>
                <a:spcPts val="320"/>
              </a:spcBef>
              <a:spcAft>
                <a:spcPts val="0"/>
              </a:spcAft>
              <a:buClr>
                <a:schemeClr val="dk1"/>
              </a:buClr>
              <a:buSzPts val="1600"/>
              <a:buChar char="•"/>
              <a:defRPr sz="1600"/>
            </a:lvl7pPr>
            <a:lvl8pPr indent="-330200" lvl="7" marL="3657600" rtl="0" algn="l">
              <a:spcBef>
                <a:spcPts val="320"/>
              </a:spcBef>
              <a:spcAft>
                <a:spcPts val="0"/>
              </a:spcAft>
              <a:buClr>
                <a:schemeClr val="dk1"/>
              </a:buClr>
              <a:buSzPts val="1600"/>
              <a:buChar char="•"/>
              <a:defRPr sz="1600"/>
            </a:lvl8pPr>
            <a:lvl9pPr indent="-330200" lvl="8" marL="4114800" rtl="0" algn="l">
              <a:spcBef>
                <a:spcPts val="320"/>
              </a:spcBef>
              <a:spcAft>
                <a:spcPts val="0"/>
              </a:spcAft>
              <a:buClr>
                <a:schemeClr val="dk1"/>
              </a:buClr>
              <a:buSzPts val="1600"/>
              <a:buChar char="•"/>
              <a:defRPr sz="1600"/>
            </a:lvl9pPr>
          </a:lstStyle>
          <a:p/>
        </p:txBody>
      </p:sp>
      <p:sp>
        <p:nvSpPr>
          <p:cNvPr id="117" name="Google Shape;117;p26"/>
          <p:cNvSpPr txBox="1"/>
          <p:nvPr>
            <p:ph idx="3" type="body"/>
          </p:nvPr>
        </p:nvSpPr>
        <p:spPr>
          <a:xfrm>
            <a:off x="4645025" y="1151335"/>
            <a:ext cx="4041900" cy="480000"/>
          </a:xfrm>
          <a:prstGeom prst="rect">
            <a:avLst/>
          </a:prstGeom>
          <a:noFill/>
          <a:ln>
            <a:noFill/>
          </a:ln>
        </p:spPr>
        <p:txBody>
          <a:bodyPr anchorCtr="0" anchor="b" bIns="45700" lIns="91425" spcFirstLastPara="1" rIns="91425" wrap="square" tIns="45700">
            <a:normAutofit/>
          </a:bodyPr>
          <a:lstStyle>
            <a:lvl1pPr indent="-228600" lvl="0" marL="457200" rtl="0" algn="l">
              <a:spcBef>
                <a:spcPts val="480"/>
              </a:spcBef>
              <a:spcAft>
                <a:spcPts val="0"/>
              </a:spcAft>
              <a:buClr>
                <a:schemeClr val="dk1"/>
              </a:buClr>
              <a:buSzPts val="2400"/>
              <a:buNone/>
              <a:defRPr b="1" sz="2400"/>
            </a:lvl1pPr>
            <a:lvl2pPr indent="-228600" lvl="1" marL="914400" rtl="0" algn="l">
              <a:spcBef>
                <a:spcPts val="400"/>
              </a:spcBef>
              <a:spcAft>
                <a:spcPts val="0"/>
              </a:spcAft>
              <a:buClr>
                <a:schemeClr val="dk1"/>
              </a:buClr>
              <a:buSzPts val="2000"/>
              <a:buNone/>
              <a:defRPr b="1" sz="2000"/>
            </a:lvl2pPr>
            <a:lvl3pPr indent="-228600" lvl="2" marL="1371600" rtl="0" algn="l">
              <a:spcBef>
                <a:spcPts val="360"/>
              </a:spcBef>
              <a:spcAft>
                <a:spcPts val="0"/>
              </a:spcAft>
              <a:buClr>
                <a:schemeClr val="dk1"/>
              </a:buClr>
              <a:buSzPts val="1800"/>
              <a:buNone/>
              <a:defRPr b="1" sz="1800"/>
            </a:lvl3pPr>
            <a:lvl4pPr indent="-228600" lvl="3" marL="1828800" rtl="0" algn="l">
              <a:spcBef>
                <a:spcPts val="320"/>
              </a:spcBef>
              <a:spcAft>
                <a:spcPts val="0"/>
              </a:spcAft>
              <a:buClr>
                <a:schemeClr val="dk1"/>
              </a:buClr>
              <a:buSzPts val="1600"/>
              <a:buNone/>
              <a:defRPr b="1" sz="1600"/>
            </a:lvl4pPr>
            <a:lvl5pPr indent="-228600" lvl="4" marL="2286000" rtl="0" algn="l">
              <a:spcBef>
                <a:spcPts val="320"/>
              </a:spcBef>
              <a:spcAft>
                <a:spcPts val="0"/>
              </a:spcAft>
              <a:buClr>
                <a:schemeClr val="dk1"/>
              </a:buClr>
              <a:buSzPts val="1600"/>
              <a:buNone/>
              <a:defRPr b="1" sz="1600"/>
            </a:lvl5pPr>
            <a:lvl6pPr indent="-228600" lvl="5" marL="2743200" rtl="0" algn="l">
              <a:spcBef>
                <a:spcPts val="320"/>
              </a:spcBef>
              <a:spcAft>
                <a:spcPts val="0"/>
              </a:spcAft>
              <a:buClr>
                <a:schemeClr val="dk1"/>
              </a:buClr>
              <a:buSzPts val="1600"/>
              <a:buNone/>
              <a:defRPr b="1" sz="1600"/>
            </a:lvl6pPr>
            <a:lvl7pPr indent="-228600" lvl="6" marL="3200400" rtl="0" algn="l">
              <a:spcBef>
                <a:spcPts val="320"/>
              </a:spcBef>
              <a:spcAft>
                <a:spcPts val="0"/>
              </a:spcAft>
              <a:buClr>
                <a:schemeClr val="dk1"/>
              </a:buClr>
              <a:buSzPts val="1600"/>
              <a:buNone/>
              <a:defRPr b="1" sz="1600"/>
            </a:lvl7pPr>
            <a:lvl8pPr indent="-228600" lvl="7" marL="3657600" rtl="0" algn="l">
              <a:spcBef>
                <a:spcPts val="320"/>
              </a:spcBef>
              <a:spcAft>
                <a:spcPts val="0"/>
              </a:spcAft>
              <a:buClr>
                <a:schemeClr val="dk1"/>
              </a:buClr>
              <a:buSzPts val="1600"/>
              <a:buNone/>
              <a:defRPr b="1" sz="1600"/>
            </a:lvl8pPr>
            <a:lvl9pPr indent="-228600" lvl="8" marL="4114800" rtl="0" algn="l">
              <a:spcBef>
                <a:spcPts val="320"/>
              </a:spcBef>
              <a:spcAft>
                <a:spcPts val="0"/>
              </a:spcAft>
              <a:buClr>
                <a:schemeClr val="dk1"/>
              </a:buClr>
              <a:buSzPts val="1600"/>
              <a:buNone/>
              <a:defRPr b="1" sz="1600"/>
            </a:lvl9pPr>
          </a:lstStyle>
          <a:p/>
        </p:txBody>
      </p:sp>
      <p:sp>
        <p:nvSpPr>
          <p:cNvPr id="118" name="Google Shape;118;p26"/>
          <p:cNvSpPr txBox="1"/>
          <p:nvPr>
            <p:ph idx="4" type="body"/>
          </p:nvPr>
        </p:nvSpPr>
        <p:spPr>
          <a:xfrm>
            <a:off x="4645025" y="1631156"/>
            <a:ext cx="4041900" cy="2963400"/>
          </a:xfrm>
          <a:prstGeom prst="rect">
            <a:avLst/>
          </a:prstGeom>
          <a:noFill/>
          <a:ln>
            <a:noFill/>
          </a:ln>
        </p:spPr>
        <p:txBody>
          <a:bodyPr anchorCtr="0" anchor="t" bIns="45700" lIns="91425" spcFirstLastPara="1" rIns="91425" wrap="square" tIns="45700">
            <a:normAutofit/>
          </a:bodyPr>
          <a:lstStyle>
            <a:lvl1pPr indent="-381000" lvl="0" marL="457200" rtl="0" algn="l">
              <a:spcBef>
                <a:spcPts val="480"/>
              </a:spcBef>
              <a:spcAft>
                <a:spcPts val="0"/>
              </a:spcAft>
              <a:buClr>
                <a:schemeClr val="dk1"/>
              </a:buClr>
              <a:buSzPts val="2400"/>
              <a:buChar char="•"/>
              <a:defRPr sz="2400"/>
            </a:lvl1pPr>
            <a:lvl2pPr indent="-355600" lvl="1" marL="914400" rtl="0" algn="l">
              <a:spcBef>
                <a:spcPts val="400"/>
              </a:spcBef>
              <a:spcAft>
                <a:spcPts val="0"/>
              </a:spcAft>
              <a:buClr>
                <a:schemeClr val="dk1"/>
              </a:buClr>
              <a:buSzPts val="2000"/>
              <a:buChar char="–"/>
              <a:defRPr sz="2000"/>
            </a:lvl2pPr>
            <a:lvl3pPr indent="-342900" lvl="2" marL="1371600" rtl="0" algn="l">
              <a:spcBef>
                <a:spcPts val="360"/>
              </a:spcBef>
              <a:spcAft>
                <a:spcPts val="0"/>
              </a:spcAft>
              <a:buClr>
                <a:schemeClr val="dk1"/>
              </a:buClr>
              <a:buSzPts val="1800"/>
              <a:buChar char="•"/>
              <a:defRPr sz="1800"/>
            </a:lvl3pPr>
            <a:lvl4pPr indent="-330200" lvl="3" marL="1828800" rtl="0" algn="l">
              <a:spcBef>
                <a:spcPts val="320"/>
              </a:spcBef>
              <a:spcAft>
                <a:spcPts val="0"/>
              </a:spcAft>
              <a:buClr>
                <a:schemeClr val="dk1"/>
              </a:buClr>
              <a:buSzPts val="1600"/>
              <a:buChar char="–"/>
              <a:defRPr sz="1600"/>
            </a:lvl4pPr>
            <a:lvl5pPr indent="-330200" lvl="4" marL="2286000" rtl="0" algn="l">
              <a:spcBef>
                <a:spcPts val="320"/>
              </a:spcBef>
              <a:spcAft>
                <a:spcPts val="0"/>
              </a:spcAft>
              <a:buClr>
                <a:schemeClr val="dk1"/>
              </a:buClr>
              <a:buSzPts val="1600"/>
              <a:buChar char="»"/>
              <a:defRPr sz="1600"/>
            </a:lvl5pPr>
            <a:lvl6pPr indent="-330200" lvl="5" marL="2743200" rtl="0" algn="l">
              <a:spcBef>
                <a:spcPts val="320"/>
              </a:spcBef>
              <a:spcAft>
                <a:spcPts val="0"/>
              </a:spcAft>
              <a:buClr>
                <a:schemeClr val="dk1"/>
              </a:buClr>
              <a:buSzPts val="1600"/>
              <a:buChar char="•"/>
              <a:defRPr sz="1600"/>
            </a:lvl6pPr>
            <a:lvl7pPr indent="-330200" lvl="6" marL="3200400" rtl="0" algn="l">
              <a:spcBef>
                <a:spcPts val="320"/>
              </a:spcBef>
              <a:spcAft>
                <a:spcPts val="0"/>
              </a:spcAft>
              <a:buClr>
                <a:schemeClr val="dk1"/>
              </a:buClr>
              <a:buSzPts val="1600"/>
              <a:buChar char="•"/>
              <a:defRPr sz="1600"/>
            </a:lvl7pPr>
            <a:lvl8pPr indent="-330200" lvl="7" marL="3657600" rtl="0" algn="l">
              <a:spcBef>
                <a:spcPts val="320"/>
              </a:spcBef>
              <a:spcAft>
                <a:spcPts val="0"/>
              </a:spcAft>
              <a:buClr>
                <a:schemeClr val="dk1"/>
              </a:buClr>
              <a:buSzPts val="1600"/>
              <a:buChar char="•"/>
              <a:defRPr sz="1600"/>
            </a:lvl8pPr>
            <a:lvl9pPr indent="-330200" lvl="8" marL="4114800" rtl="0" algn="l">
              <a:spcBef>
                <a:spcPts val="320"/>
              </a:spcBef>
              <a:spcAft>
                <a:spcPts val="0"/>
              </a:spcAft>
              <a:buClr>
                <a:schemeClr val="dk1"/>
              </a:buClr>
              <a:buSzPts val="1600"/>
              <a:buChar char="•"/>
              <a:defRPr sz="1600"/>
            </a:lvl9pPr>
          </a:lstStyle>
          <a:p/>
        </p:txBody>
      </p:sp>
      <p:sp>
        <p:nvSpPr>
          <p:cNvPr id="119" name="Google Shape;119;p2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0" name="Google Shape;120;p2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1" name="Google Shape;121;p2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2" name="Shape 122"/>
        <p:cNvGrpSpPr/>
        <p:nvPr/>
      </p:nvGrpSpPr>
      <p:grpSpPr>
        <a:xfrm>
          <a:off x="0" y="0"/>
          <a:ext cx="0" cy="0"/>
          <a:chOff x="0" y="0"/>
          <a:chExt cx="0" cy="0"/>
        </a:xfrm>
      </p:grpSpPr>
      <p:sp>
        <p:nvSpPr>
          <p:cNvPr id="123" name="Google Shape;123;p27"/>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4" name="Google Shape;124;p2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5" name="Google Shape;125;p2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6" name="Google Shape;126;p2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7" name="Shape 127"/>
        <p:cNvGrpSpPr/>
        <p:nvPr/>
      </p:nvGrpSpPr>
      <p:grpSpPr>
        <a:xfrm>
          <a:off x="0" y="0"/>
          <a:ext cx="0" cy="0"/>
          <a:chOff x="0" y="0"/>
          <a:chExt cx="0" cy="0"/>
        </a:xfrm>
      </p:grpSpPr>
      <p:sp>
        <p:nvSpPr>
          <p:cNvPr id="128" name="Google Shape;128;p28"/>
          <p:cNvSpPr txBox="1"/>
          <p:nvPr>
            <p:ph type="title"/>
          </p:nvPr>
        </p:nvSpPr>
        <p:spPr>
          <a:xfrm>
            <a:off x="457200" y="204788"/>
            <a:ext cx="3008400" cy="8718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dk1"/>
              </a:buClr>
              <a:buSzPts val="2000"/>
              <a:buFont typeface="Calibri"/>
              <a:buNone/>
              <a:defRPr b="1"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9" name="Google Shape;129;p28"/>
          <p:cNvSpPr txBox="1"/>
          <p:nvPr>
            <p:ph idx="1" type="body"/>
          </p:nvPr>
        </p:nvSpPr>
        <p:spPr>
          <a:xfrm>
            <a:off x="3575050" y="204788"/>
            <a:ext cx="5111700" cy="4389900"/>
          </a:xfrm>
          <a:prstGeom prst="rect">
            <a:avLst/>
          </a:prstGeom>
          <a:noFill/>
          <a:ln>
            <a:noFill/>
          </a:ln>
        </p:spPr>
        <p:txBody>
          <a:bodyPr anchorCtr="0" anchor="t" bIns="45700" lIns="91425" spcFirstLastPara="1" rIns="91425" wrap="square" tIns="45700">
            <a:normAutofit/>
          </a:bodyPr>
          <a:lstStyle>
            <a:lvl1pPr indent="-431800" lvl="0" marL="457200" rtl="0" algn="l">
              <a:spcBef>
                <a:spcPts val="640"/>
              </a:spcBef>
              <a:spcAft>
                <a:spcPts val="0"/>
              </a:spcAft>
              <a:buClr>
                <a:schemeClr val="dk1"/>
              </a:buClr>
              <a:buSzPts val="3200"/>
              <a:buChar char="•"/>
              <a:defRPr sz="3200"/>
            </a:lvl1pPr>
            <a:lvl2pPr indent="-406400" lvl="1" marL="914400" rtl="0" algn="l">
              <a:spcBef>
                <a:spcPts val="560"/>
              </a:spcBef>
              <a:spcAft>
                <a:spcPts val="0"/>
              </a:spcAft>
              <a:buClr>
                <a:schemeClr val="dk1"/>
              </a:buClr>
              <a:buSzPts val="2800"/>
              <a:buChar char="–"/>
              <a:defRPr sz="2800"/>
            </a:lvl2pPr>
            <a:lvl3pPr indent="-381000" lvl="2" marL="1371600" rtl="0" algn="l">
              <a:spcBef>
                <a:spcPts val="480"/>
              </a:spcBef>
              <a:spcAft>
                <a:spcPts val="0"/>
              </a:spcAft>
              <a:buClr>
                <a:schemeClr val="dk1"/>
              </a:buClr>
              <a:buSzPts val="2400"/>
              <a:buChar char="•"/>
              <a:defRPr sz="2400"/>
            </a:lvl3pPr>
            <a:lvl4pPr indent="-355600" lvl="3" marL="1828800" rtl="0" algn="l">
              <a:spcBef>
                <a:spcPts val="400"/>
              </a:spcBef>
              <a:spcAft>
                <a:spcPts val="0"/>
              </a:spcAft>
              <a:buClr>
                <a:schemeClr val="dk1"/>
              </a:buClr>
              <a:buSzPts val="2000"/>
              <a:buChar char="–"/>
              <a:defRPr sz="2000"/>
            </a:lvl4pPr>
            <a:lvl5pPr indent="-355600" lvl="4" marL="2286000" rtl="0" algn="l">
              <a:spcBef>
                <a:spcPts val="400"/>
              </a:spcBef>
              <a:spcAft>
                <a:spcPts val="0"/>
              </a:spcAft>
              <a:buClr>
                <a:schemeClr val="dk1"/>
              </a:buClr>
              <a:buSzPts val="2000"/>
              <a:buChar char="»"/>
              <a:defRPr sz="2000"/>
            </a:lvl5pPr>
            <a:lvl6pPr indent="-355600" lvl="5" marL="2743200" rtl="0" algn="l">
              <a:spcBef>
                <a:spcPts val="400"/>
              </a:spcBef>
              <a:spcAft>
                <a:spcPts val="0"/>
              </a:spcAft>
              <a:buClr>
                <a:schemeClr val="dk1"/>
              </a:buClr>
              <a:buSzPts val="2000"/>
              <a:buChar char="•"/>
              <a:defRPr sz="2000"/>
            </a:lvl6pPr>
            <a:lvl7pPr indent="-355600" lvl="6" marL="3200400" rtl="0" algn="l">
              <a:spcBef>
                <a:spcPts val="400"/>
              </a:spcBef>
              <a:spcAft>
                <a:spcPts val="0"/>
              </a:spcAft>
              <a:buClr>
                <a:schemeClr val="dk1"/>
              </a:buClr>
              <a:buSzPts val="2000"/>
              <a:buChar char="•"/>
              <a:defRPr sz="2000"/>
            </a:lvl7pPr>
            <a:lvl8pPr indent="-355600" lvl="7" marL="3657600" rtl="0" algn="l">
              <a:spcBef>
                <a:spcPts val="400"/>
              </a:spcBef>
              <a:spcAft>
                <a:spcPts val="0"/>
              </a:spcAft>
              <a:buClr>
                <a:schemeClr val="dk1"/>
              </a:buClr>
              <a:buSzPts val="2000"/>
              <a:buChar char="•"/>
              <a:defRPr sz="2000"/>
            </a:lvl8pPr>
            <a:lvl9pPr indent="-355600" lvl="8" marL="4114800" rtl="0" algn="l">
              <a:spcBef>
                <a:spcPts val="400"/>
              </a:spcBef>
              <a:spcAft>
                <a:spcPts val="0"/>
              </a:spcAft>
              <a:buClr>
                <a:schemeClr val="dk1"/>
              </a:buClr>
              <a:buSzPts val="2000"/>
              <a:buChar char="•"/>
              <a:defRPr sz="2000"/>
            </a:lvl9pPr>
          </a:lstStyle>
          <a:p/>
        </p:txBody>
      </p:sp>
      <p:sp>
        <p:nvSpPr>
          <p:cNvPr id="130" name="Google Shape;130;p28"/>
          <p:cNvSpPr txBox="1"/>
          <p:nvPr>
            <p:ph idx="2" type="body"/>
          </p:nvPr>
        </p:nvSpPr>
        <p:spPr>
          <a:xfrm>
            <a:off x="457200" y="1076325"/>
            <a:ext cx="3008400" cy="3518400"/>
          </a:xfrm>
          <a:prstGeom prst="rect">
            <a:avLst/>
          </a:prstGeom>
          <a:noFill/>
          <a:ln>
            <a:noFill/>
          </a:ln>
        </p:spPr>
        <p:txBody>
          <a:bodyPr anchorCtr="0" anchor="t" bIns="45700" lIns="91425" spcFirstLastPara="1" rIns="91425" wrap="square" tIns="45700">
            <a:normAutofit/>
          </a:bodyPr>
          <a:lstStyle>
            <a:lvl1pPr indent="-228600" lvl="0" marL="457200" rtl="0" algn="l">
              <a:spcBef>
                <a:spcPts val="280"/>
              </a:spcBef>
              <a:spcAft>
                <a:spcPts val="0"/>
              </a:spcAft>
              <a:buClr>
                <a:schemeClr val="dk1"/>
              </a:buClr>
              <a:buSzPts val="1400"/>
              <a:buNone/>
              <a:defRPr sz="1400"/>
            </a:lvl1pPr>
            <a:lvl2pPr indent="-228600" lvl="1" marL="914400" rtl="0" algn="l">
              <a:spcBef>
                <a:spcPts val="240"/>
              </a:spcBef>
              <a:spcAft>
                <a:spcPts val="0"/>
              </a:spcAft>
              <a:buClr>
                <a:schemeClr val="dk1"/>
              </a:buClr>
              <a:buSzPts val="1200"/>
              <a:buNone/>
              <a:defRPr sz="1200"/>
            </a:lvl2pPr>
            <a:lvl3pPr indent="-228600" lvl="2" marL="1371600" rtl="0" algn="l">
              <a:spcBef>
                <a:spcPts val="200"/>
              </a:spcBef>
              <a:spcAft>
                <a:spcPts val="0"/>
              </a:spcAft>
              <a:buClr>
                <a:schemeClr val="dk1"/>
              </a:buClr>
              <a:buSzPts val="1000"/>
              <a:buNone/>
              <a:defRPr sz="1000"/>
            </a:lvl3pPr>
            <a:lvl4pPr indent="-228600" lvl="3" marL="1828800" rtl="0" algn="l">
              <a:spcBef>
                <a:spcPts val="180"/>
              </a:spcBef>
              <a:spcAft>
                <a:spcPts val="0"/>
              </a:spcAft>
              <a:buClr>
                <a:schemeClr val="dk1"/>
              </a:buClr>
              <a:buSzPts val="900"/>
              <a:buNone/>
              <a:defRPr sz="900"/>
            </a:lvl4pPr>
            <a:lvl5pPr indent="-228600" lvl="4" marL="2286000" rtl="0" algn="l">
              <a:spcBef>
                <a:spcPts val="180"/>
              </a:spcBef>
              <a:spcAft>
                <a:spcPts val="0"/>
              </a:spcAft>
              <a:buClr>
                <a:schemeClr val="dk1"/>
              </a:buClr>
              <a:buSzPts val="900"/>
              <a:buNone/>
              <a:defRPr sz="900"/>
            </a:lvl5pPr>
            <a:lvl6pPr indent="-228600" lvl="5" marL="2743200" rtl="0" algn="l">
              <a:spcBef>
                <a:spcPts val="180"/>
              </a:spcBef>
              <a:spcAft>
                <a:spcPts val="0"/>
              </a:spcAft>
              <a:buClr>
                <a:schemeClr val="dk1"/>
              </a:buClr>
              <a:buSzPts val="900"/>
              <a:buNone/>
              <a:defRPr sz="900"/>
            </a:lvl6pPr>
            <a:lvl7pPr indent="-228600" lvl="6" marL="3200400" rtl="0" algn="l">
              <a:spcBef>
                <a:spcPts val="180"/>
              </a:spcBef>
              <a:spcAft>
                <a:spcPts val="0"/>
              </a:spcAft>
              <a:buClr>
                <a:schemeClr val="dk1"/>
              </a:buClr>
              <a:buSzPts val="900"/>
              <a:buNone/>
              <a:defRPr sz="900"/>
            </a:lvl7pPr>
            <a:lvl8pPr indent="-228600" lvl="7" marL="3657600" rtl="0" algn="l">
              <a:spcBef>
                <a:spcPts val="180"/>
              </a:spcBef>
              <a:spcAft>
                <a:spcPts val="0"/>
              </a:spcAft>
              <a:buClr>
                <a:schemeClr val="dk1"/>
              </a:buClr>
              <a:buSzPts val="900"/>
              <a:buNone/>
              <a:defRPr sz="900"/>
            </a:lvl8pPr>
            <a:lvl9pPr indent="-228600" lvl="8" marL="4114800" rtl="0" algn="l">
              <a:spcBef>
                <a:spcPts val="180"/>
              </a:spcBef>
              <a:spcAft>
                <a:spcPts val="0"/>
              </a:spcAft>
              <a:buClr>
                <a:schemeClr val="dk1"/>
              </a:buClr>
              <a:buSzPts val="900"/>
              <a:buNone/>
              <a:defRPr sz="900"/>
            </a:lvl9pPr>
          </a:lstStyle>
          <a:p/>
        </p:txBody>
      </p:sp>
      <p:sp>
        <p:nvSpPr>
          <p:cNvPr id="131" name="Google Shape;131;p28"/>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2" name="Google Shape;132;p28"/>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3" name="Google Shape;133;p28"/>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4" name="Shape 134"/>
        <p:cNvGrpSpPr/>
        <p:nvPr/>
      </p:nvGrpSpPr>
      <p:grpSpPr>
        <a:xfrm>
          <a:off x="0" y="0"/>
          <a:ext cx="0" cy="0"/>
          <a:chOff x="0" y="0"/>
          <a:chExt cx="0" cy="0"/>
        </a:xfrm>
      </p:grpSpPr>
      <p:sp>
        <p:nvSpPr>
          <p:cNvPr id="135" name="Google Shape;135;p29"/>
          <p:cNvSpPr txBox="1"/>
          <p:nvPr>
            <p:ph type="title"/>
          </p:nvPr>
        </p:nvSpPr>
        <p:spPr>
          <a:xfrm>
            <a:off x="1792288" y="3600450"/>
            <a:ext cx="5486400" cy="425100"/>
          </a:xfrm>
          <a:prstGeom prst="rect">
            <a:avLst/>
          </a:prstGeom>
          <a:noFill/>
          <a:ln>
            <a:noFill/>
          </a:ln>
        </p:spPr>
        <p:txBody>
          <a:bodyPr anchorCtr="0" anchor="b" bIns="45700" lIns="91425" spcFirstLastPara="1" rIns="91425" wrap="square" tIns="45700">
            <a:normAutofit/>
          </a:bodyPr>
          <a:lstStyle>
            <a:lvl1pPr lvl="0" rtl="0" algn="l">
              <a:spcBef>
                <a:spcPts val="0"/>
              </a:spcBef>
              <a:spcAft>
                <a:spcPts val="0"/>
              </a:spcAft>
              <a:buClr>
                <a:schemeClr val="dk1"/>
              </a:buClr>
              <a:buSzPts val="2000"/>
              <a:buFont typeface="Calibri"/>
              <a:buNone/>
              <a:defRPr b="1" sz="2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6" name="Google Shape;136;p29"/>
          <p:cNvSpPr/>
          <p:nvPr>
            <p:ph idx="2" type="pic"/>
          </p:nvPr>
        </p:nvSpPr>
        <p:spPr>
          <a:xfrm>
            <a:off x="1792288" y="459581"/>
            <a:ext cx="5486400" cy="3086100"/>
          </a:xfrm>
          <a:prstGeom prst="rect">
            <a:avLst/>
          </a:prstGeom>
          <a:noFill/>
          <a:ln>
            <a:noFill/>
          </a:ln>
        </p:spPr>
      </p:sp>
      <p:sp>
        <p:nvSpPr>
          <p:cNvPr id="137" name="Google Shape;137;p29"/>
          <p:cNvSpPr txBox="1"/>
          <p:nvPr>
            <p:ph idx="1" type="body"/>
          </p:nvPr>
        </p:nvSpPr>
        <p:spPr>
          <a:xfrm>
            <a:off x="1792288" y="4025504"/>
            <a:ext cx="5486400" cy="603600"/>
          </a:xfrm>
          <a:prstGeom prst="rect">
            <a:avLst/>
          </a:prstGeom>
          <a:noFill/>
          <a:ln>
            <a:noFill/>
          </a:ln>
        </p:spPr>
        <p:txBody>
          <a:bodyPr anchorCtr="0" anchor="t" bIns="45700" lIns="91425" spcFirstLastPara="1" rIns="91425" wrap="square" tIns="45700">
            <a:normAutofit/>
          </a:bodyPr>
          <a:lstStyle>
            <a:lvl1pPr indent="-228600" lvl="0" marL="457200" rtl="0" algn="l">
              <a:spcBef>
                <a:spcPts val="280"/>
              </a:spcBef>
              <a:spcAft>
                <a:spcPts val="0"/>
              </a:spcAft>
              <a:buClr>
                <a:schemeClr val="dk1"/>
              </a:buClr>
              <a:buSzPts val="1400"/>
              <a:buNone/>
              <a:defRPr sz="1400"/>
            </a:lvl1pPr>
            <a:lvl2pPr indent="-228600" lvl="1" marL="914400" rtl="0" algn="l">
              <a:spcBef>
                <a:spcPts val="240"/>
              </a:spcBef>
              <a:spcAft>
                <a:spcPts val="0"/>
              </a:spcAft>
              <a:buClr>
                <a:schemeClr val="dk1"/>
              </a:buClr>
              <a:buSzPts val="1200"/>
              <a:buNone/>
              <a:defRPr sz="1200"/>
            </a:lvl2pPr>
            <a:lvl3pPr indent="-228600" lvl="2" marL="1371600" rtl="0" algn="l">
              <a:spcBef>
                <a:spcPts val="200"/>
              </a:spcBef>
              <a:spcAft>
                <a:spcPts val="0"/>
              </a:spcAft>
              <a:buClr>
                <a:schemeClr val="dk1"/>
              </a:buClr>
              <a:buSzPts val="1000"/>
              <a:buNone/>
              <a:defRPr sz="1000"/>
            </a:lvl3pPr>
            <a:lvl4pPr indent="-228600" lvl="3" marL="1828800" rtl="0" algn="l">
              <a:spcBef>
                <a:spcPts val="180"/>
              </a:spcBef>
              <a:spcAft>
                <a:spcPts val="0"/>
              </a:spcAft>
              <a:buClr>
                <a:schemeClr val="dk1"/>
              </a:buClr>
              <a:buSzPts val="900"/>
              <a:buNone/>
              <a:defRPr sz="900"/>
            </a:lvl4pPr>
            <a:lvl5pPr indent="-228600" lvl="4" marL="2286000" rtl="0" algn="l">
              <a:spcBef>
                <a:spcPts val="180"/>
              </a:spcBef>
              <a:spcAft>
                <a:spcPts val="0"/>
              </a:spcAft>
              <a:buClr>
                <a:schemeClr val="dk1"/>
              </a:buClr>
              <a:buSzPts val="900"/>
              <a:buNone/>
              <a:defRPr sz="900"/>
            </a:lvl5pPr>
            <a:lvl6pPr indent="-228600" lvl="5" marL="2743200" rtl="0" algn="l">
              <a:spcBef>
                <a:spcPts val="180"/>
              </a:spcBef>
              <a:spcAft>
                <a:spcPts val="0"/>
              </a:spcAft>
              <a:buClr>
                <a:schemeClr val="dk1"/>
              </a:buClr>
              <a:buSzPts val="900"/>
              <a:buNone/>
              <a:defRPr sz="900"/>
            </a:lvl6pPr>
            <a:lvl7pPr indent="-228600" lvl="6" marL="3200400" rtl="0" algn="l">
              <a:spcBef>
                <a:spcPts val="180"/>
              </a:spcBef>
              <a:spcAft>
                <a:spcPts val="0"/>
              </a:spcAft>
              <a:buClr>
                <a:schemeClr val="dk1"/>
              </a:buClr>
              <a:buSzPts val="900"/>
              <a:buNone/>
              <a:defRPr sz="900"/>
            </a:lvl7pPr>
            <a:lvl8pPr indent="-228600" lvl="7" marL="3657600" rtl="0" algn="l">
              <a:spcBef>
                <a:spcPts val="180"/>
              </a:spcBef>
              <a:spcAft>
                <a:spcPts val="0"/>
              </a:spcAft>
              <a:buClr>
                <a:schemeClr val="dk1"/>
              </a:buClr>
              <a:buSzPts val="900"/>
              <a:buNone/>
              <a:defRPr sz="900"/>
            </a:lvl8pPr>
            <a:lvl9pPr indent="-228600" lvl="8" marL="4114800" rtl="0" algn="l">
              <a:spcBef>
                <a:spcPts val="180"/>
              </a:spcBef>
              <a:spcAft>
                <a:spcPts val="0"/>
              </a:spcAft>
              <a:buClr>
                <a:schemeClr val="dk1"/>
              </a:buClr>
              <a:buSzPts val="900"/>
              <a:buNone/>
              <a:defRPr sz="900"/>
            </a:lvl9pPr>
          </a:lstStyle>
          <a:p/>
        </p:txBody>
      </p:sp>
      <p:sp>
        <p:nvSpPr>
          <p:cNvPr id="138" name="Google Shape;138;p2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9" name="Google Shape;139;p2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0" name="Google Shape;140;p2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1" name="Shape 141"/>
        <p:cNvGrpSpPr/>
        <p:nvPr/>
      </p:nvGrpSpPr>
      <p:grpSpPr>
        <a:xfrm>
          <a:off x="0" y="0"/>
          <a:ext cx="0" cy="0"/>
          <a:chOff x="0" y="0"/>
          <a:chExt cx="0" cy="0"/>
        </a:xfrm>
      </p:grpSpPr>
      <p:sp>
        <p:nvSpPr>
          <p:cNvPr id="142" name="Google Shape;142;p3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3" name="Google Shape;143;p30"/>
          <p:cNvSpPr txBox="1"/>
          <p:nvPr>
            <p:ph idx="1" type="body"/>
          </p:nvPr>
        </p:nvSpPr>
        <p:spPr>
          <a:xfrm rot="5400000">
            <a:off x="2874750" y="-1217400"/>
            <a:ext cx="3394500" cy="82296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144" name="Google Shape;144;p3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5" name="Google Shape;145;p3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6" name="Google Shape;146;p3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7" name="Shape 147"/>
        <p:cNvGrpSpPr/>
        <p:nvPr/>
      </p:nvGrpSpPr>
      <p:grpSpPr>
        <a:xfrm>
          <a:off x="0" y="0"/>
          <a:ext cx="0" cy="0"/>
          <a:chOff x="0" y="0"/>
          <a:chExt cx="0" cy="0"/>
        </a:xfrm>
      </p:grpSpPr>
      <p:sp>
        <p:nvSpPr>
          <p:cNvPr id="148" name="Google Shape;148;p31"/>
          <p:cNvSpPr txBox="1"/>
          <p:nvPr>
            <p:ph type="title"/>
          </p:nvPr>
        </p:nvSpPr>
        <p:spPr>
          <a:xfrm rot="5400000">
            <a:off x="5463750" y="1371629"/>
            <a:ext cx="4388700" cy="20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9" name="Google Shape;149;p31"/>
          <p:cNvSpPr txBox="1"/>
          <p:nvPr>
            <p:ph idx="1" type="body"/>
          </p:nvPr>
        </p:nvSpPr>
        <p:spPr>
          <a:xfrm rot="5400000">
            <a:off x="1272750" y="-609572"/>
            <a:ext cx="4388700" cy="60198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360"/>
              </a:spcBef>
              <a:spcAft>
                <a:spcPts val="0"/>
              </a:spcAft>
              <a:buClr>
                <a:schemeClr val="dk1"/>
              </a:buClr>
              <a:buSzPts val="1800"/>
              <a:buChar char="–"/>
              <a:defRPr/>
            </a:lvl2pPr>
            <a:lvl3pPr indent="-342900" lvl="2" marL="1371600" rtl="0" algn="l">
              <a:spcBef>
                <a:spcPts val="360"/>
              </a:spcBef>
              <a:spcAft>
                <a:spcPts val="0"/>
              </a:spcAft>
              <a:buClr>
                <a:schemeClr val="dk1"/>
              </a:buClr>
              <a:buSzPts val="1800"/>
              <a:buChar char="•"/>
              <a:defRPr/>
            </a:lvl3pPr>
            <a:lvl4pPr indent="-342900" lvl="3" marL="1828800" rtl="0" algn="l">
              <a:spcBef>
                <a:spcPts val="360"/>
              </a:spcBef>
              <a:spcAft>
                <a:spcPts val="0"/>
              </a:spcAft>
              <a:buClr>
                <a:schemeClr val="dk1"/>
              </a:buClr>
              <a:buSzPts val="1800"/>
              <a:buChar char="–"/>
              <a:defRPr/>
            </a:lvl4pPr>
            <a:lvl5pPr indent="-342900" lvl="4" marL="2286000" rtl="0" algn="l">
              <a:spcBef>
                <a:spcPts val="360"/>
              </a:spcBef>
              <a:spcAft>
                <a:spcPts val="0"/>
              </a:spcAft>
              <a:buClr>
                <a:schemeClr val="dk1"/>
              </a:buClr>
              <a:buSzPts val="1800"/>
              <a:buChar char="»"/>
              <a:defRPr/>
            </a:lvl5pPr>
            <a:lvl6pPr indent="-342900" lvl="5" marL="2743200" rtl="0" algn="l">
              <a:spcBef>
                <a:spcPts val="360"/>
              </a:spcBef>
              <a:spcAft>
                <a:spcPts val="0"/>
              </a:spcAft>
              <a:buClr>
                <a:schemeClr val="dk1"/>
              </a:buClr>
              <a:buSzPts val="1800"/>
              <a:buChar char="•"/>
              <a:defRPr/>
            </a:lvl6pPr>
            <a:lvl7pPr indent="-342900" lvl="6" marL="3200400" rtl="0" algn="l">
              <a:spcBef>
                <a:spcPts val="360"/>
              </a:spcBef>
              <a:spcAft>
                <a:spcPts val="0"/>
              </a:spcAft>
              <a:buClr>
                <a:schemeClr val="dk1"/>
              </a:buClr>
              <a:buSzPts val="1800"/>
              <a:buChar char="•"/>
              <a:defRPr/>
            </a:lvl7pPr>
            <a:lvl8pPr indent="-342900" lvl="7" marL="3657600" rtl="0" algn="l">
              <a:spcBef>
                <a:spcPts val="360"/>
              </a:spcBef>
              <a:spcAft>
                <a:spcPts val="0"/>
              </a:spcAft>
              <a:buClr>
                <a:schemeClr val="dk1"/>
              </a:buClr>
              <a:buSzPts val="1800"/>
              <a:buChar char="•"/>
              <a:defRPr/>
            </a:lvl8pPr>
            <a:lvl9pPr indent="-342900" lvl="8" marL="4114800" rtl="0" algn="l">
              <a:spcBef>
                <a:spcPts val="360"/>
              </a:spcBef>
              <a:spcAft>
                <a:spcPts val="0"/>
              </a:spcAft>
              <a:buClr>
                <a:schemeClr val="dk1"/>
              </a:buClr>
              <a:buSzPts val="1800"/>
              <a:buChar char="•"/>
              <a:defRPr/>
            </a:lvl9pPr>
          </a:lstStyle>
          <a:p/>
        </p:txBody>
      </p:sp>
      <p:sp>
        <p:nvSpPr>
          <p:cNvPr id="150" name="Google Shape;150;p3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51" name="Google Shape;151;p3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52" name="Google Shape;152;p3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2" Type="http://schemas.openxmlformats.org/officeDocument/2006/relationships/theme" Target="../theme/theme3.xml"/><Relationship Id="rId9" Type="http://schemas.openxmlformats.org/officeDocument/2006/relationships/slideLayout" Target="../slideLayouts/slideLayout26.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2C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rtl="0">
              <a:spcBef>
                <a:spcPts val="0"/>
              </a:spcBef>
              <a:spcAft>
                <a:spcPts val="0"/>
              </a:spcAft>
              <a:buClr>
                <a:schemeClr val="dk1"/>
              </a:buClr>
              <a:buSzPts val="3600"/>
              <a:buFont typeface="Arial"/>
              <a:buNone/>
              <a:defRPr b="1" sz="3600">
                <a:solidFill>
                  <a:schemeClr val="dk1"/>
                </a:solidFill>
              </a:defRPr>
            </a:lvl3pPr>
            <a:lvl4pPr lvl="3" rtl="0">
              <a:spcBef>
                <a:spcPts val="0"/>
              </a:spcBef>
              <a:spcAft>
                <a:spcPts val="0"/>
              </a:spcAft>
              <a:buClr>
                <a:schemeClr val="dk1"/>
              </a:buClr>
              <a:buSzPts val="3600"/>
              <a:buFont typeface="Arial"/>
              <a:buNone/>
              <a:defRPr b="1" sz="3600">
                <a:solidFill>
                  <a:schemeClr val="dk1"/>
                </a:solidFill>
              </a:defRPr>
            </a:lvl4pPr>
            <a:lvl5pPr lvl="4" rtl="0">
              <a:spcBef>
                <a:spcPts val="0"/>
              </a:spcBef>
              <a:spcAft>
                <a:spcPts val="0"/>
              </a:spcAft>
              <a:buClr>
                <a:schemeClr val="dk1"/>
              </a:buClr>
              <a:buSzPts val="3600"/>
              <a:buFont typeface="Arial"/>
              <a:buNone/>
              <a:defRPr b="1" sz="3600">
                <a:solidFill>
                  <a:schemeClr val="dk1"/>
                </a:solidFill>
              </a:defRPr>
            </a:lvl5pPr>
            <a:lvl6pPr lvl="5" rtl="0">
              <a:spcBef>
                <a:spcPts val="0"/>
              </a:spcBef>
              <a:spcAft>
                <a:spcPts val="0"/>
              </a:spcAft>
              <a:buClr>
                <a:schemeClr val="dk1"/>
              </a:buClr>
              <a:buSzPts val="3600"/>
              <a:buFont typeface="Arial"/>
              <a:buNone/>
              <a:defRPr b="1" sz="3600">
                <a:solidFill>
                  <a:schemeClr val="dk1"/>
                </a:solidFill>
              </a:defRPr>
            </a:lvl6pPr>
            <a:lvl7pPr lvl="6" rtl="0">
              <a:spcBef>
                <a:spcPts val="0"/>
              </a:spcBef>
              <a:spcAft>
                <a:spcPts val="0"/>
              </a:spcAft>
              <a:buClr>
                <a:schemeClr val="dk1"/>
              </a:buClr>
              <a:buSzPts val="3600"/>
              <a:buFont typeface="Arial"/>
              <a:buNone/>
              <a:defRPr b="1" sz="3600">
                <a:solidFill>
                  <a:schemeClr val="dk1"/>
                </a:solidFill>
              </a:defRPr>
            </a:lvl7pPr>
            <a:lvl8pPr lvl="7" rtl="0">
              <a:spcBef>
                <a:spcPts val="0"/>
              </a:spcBef>
              <a:spcAft>
                <a:spcPts val="0"/>
              </a:spcAft>
              <a:buClr>
                <a:schemeClr val="dk1"/>
              </a:buClr>
              <a:buSzPts val="3600"/>
              <a:buFont typeface="Arial"/>
              <a:buNone/>
              <a:defRPr b="1" sz="3600">
                <a:solidFill>
                  <a:schemeClr val="dk1"/>
                </a:solidFill>
              </a:defRPr>
            </a:lvl8pPr>
            <a:lvl9pPr lvl="8" rtl="0">
              <a:spcBef>
                <a:spcPts val="0"/>
              </a:spcBef>
              <a:spcAft>
                <a:spcPts val="0"/>
              </a:spcAft>
              <a:buClr>
                <a:schemeClr val="dk1"/>
              </a:buClr>
              <a:buSzPts val="3600"/>
              <a:buFont typeface="Arial"/>
              <a:buNone/>
              <a:defRPr b="1" sz="3600">
                <a:solidFill>
                  <a:schemeClr val="dk1"/>
                </a:solidFill>
              </a:defRPr>
            </a:lvl9pPr>
          </a:lstStyle>
          <a:p/>
        </p:txBody>
      </p:sp>
      <p:sp>
        <p:nvSpPr>
          <p:cNvPr id="52" name="Google Shape;52;p13"/>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00000"/>
              </a:lnSpc>
              <a:spcBef>
                <a:spcPts val="600"/>
              </a:spcBef>
              <a:spcAft>
                <a:spcPts val="0"/>
              </a:spcAft>
              <a:buClr>
                <a:schemeClr val="dk1"/>
              </a:buClr>
              <a:buSzPts val="3000"/>
              <a:buFont typeface="Arial"/>
              <a:buNone/>
              <a:defRPr b="0" i="0" sz="3000" u="none" cap="none" strike="noStrike">
                <a:solidFill>
                  <a:schemeClr val="dk1"/>
                </a:solidFill>
                <a:latin typeface="Arial"/>
                <a:ea typeface="Arial"/>
                <a:cs typeface="Arial"/>
                <a:sym typeface="Arial"/>
              </a:defRPr>
            </a:lvl1pPr>
            <a:lvl2pPr indent="-228600" lvl="1" marL="9144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indent="-228600" lvl="2" marL="1371600"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indent="-228600" lvl="5" marL="27432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indent="-228600" lvl="6" marL="32004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indent="-228600" lvl="7" marL="36576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indent="-228600" lvl="8" marL="4114800" marR="0" rtl="0" algn="l">
              <a:lnSpc>
                <a:spcPct val="100000"/>
              </a:lnSpc>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53" name="Google Shape;53;p13"/>
          <p:cNvSpPr txBox="1"/>
          <p:nvPr>
            <p:ph idx="12" type="sldNum"/>
          </p:nvPr>
        </p:nvSpPr>
        <p:spPr>
          <a:xfrm>
            <a:off x="8556791" y="4749850"/>
            <a:ext cx="548700" cy="393600"/>
          </a:xfrm>
          <a:prstGeom prst="rect">
            <a:avLst/>
          </a:prstGeom>
          <a:noFill/>
          <a:ln>
            <a:noFill/>
          </a:ln>
        </p:spPr>
        <p:txBody>
          <a:bodyPr anchorCtr="0" anchor="ctr" bIns="91425" lIns="91425" spcFirstLastPara="1" rIns="91425" wrap="square" tIns="91425">
            <a:noAutofit/>
          </a:bodyPr>
          <a:lstStyle>
            <a:lvl1pPr indent="0" lvl="0" marL="0" marR="0" rtl="0" algn="r">
              <a:spcBef>
                <a:spcPts val="0"/>
              </a:spcBef>
              <a:buClr>
                <a:srgbClr val="000000"/>
              </a:buClr>
              <a:buSzPts val="1300"/>
              <a:buFont typeface="Arial"/>
              <a:buNone/>
              <a:defRPr sz="1300">
                <a:solidFill>
                  <a:srgbClr val="000000"/>
                </a:solidFill>
                <a:latin typeface="Arial"/>
                <a:ea typeface="Arial"/>
                <a:cs typeface="Arial"/>
                <a:sym typeface="Arial"/>
              </a:defRPr>
            </a:lvl1pPr>
            <a:lvl2pPr indent="0" lvl="1" marL="0" marR="0" rtl="0" algn="r">
              <a:spcBef>
                <a:spcPts val="0"/>
              </a:spcBef>
              <a:buClr>
                <a:srgbClr val="000000"/>
              </a:buClr>
              <a:buSzPts val="1300"/>
              <a:buFont typeface="Arial"/>
              <a:buNone/>
              <a:defRPr sz="1300">
                <a:solidFill>
                  <a:srgbClr val="000000"/>
                </a:solidFill>
                <a:latin typeface="Arial"/>
                <a:ea typeface="Arial"/>
                <a:cs typeface="Arial"/>
                <a:sym typeface="Arial"/>
              </a:defRPr>
            </a:lvl2pPr>
            <a:lvl3pPr indent="0" lvl="2" marL="0" marR="0" rtl="0" algn="r">
              <a:spcBef>
                <a:spcPts val="0"/>
              </a:spcBef>
              <a:buClr>
                <a:srgbClr val="000000"/>
              </a:buClr>
              <a:buSzPts val="1300"/>
              <a:buFont typeface="Arial"/>
              <a:buNone/>
              <a:defRPr sz="1300">
                <a:solidFill>
                  <a:srgbClr val="000000"/>
                </a:solidFill>
                <a:latin typeface="Arial"/>
                <a:ea typeface="Arial"/>
                <a:cs typeface="Arial"/>
                <a:sym typeface="Arial"/>
              </a:defRPr>
            </a:lvl3pPr>
            <a:lvl4pPr indent="0" lvl="3" marL="0" marR="0" rtl="0" algn="r">
              <a:spcBef>
                <a:spcPts val="0"/>
              </a:spcBef>
              <a:buClr>
                <a:srgbClr val="000000"/>
              </a:buClr>
              <a:buSzPts val="1300"/>
              <a:buFont typeface="Arial"/>
              <a:buNone/>
              <a:defRPr sz="1300">
                <a:solidFill>
                  <a:srgbClr val="000000"/>
                </a:solidFill>
                <a:latin typeface="Arial"/>
                <a:ea typeface="Arial"/>
                <a:cs typeface="Arial"/>
                <a:sym typeface="Arial"/>
              </a:defRPr>
            </a:lvl4pPr>
            <a:lvl5pPr indent="0" lvl="4" marL="0" marR="0" rtl="0" algn="r">
              <a:spcBef>
                <a:spcPts val="0"/>
              </a:spcBef>
              <a:buClr>
                <a:srgbClr val="000000"/>
              </a:buClr>
              <a:buSzPts val="1300"/>
              <a:buFont typeface="Arial"/>
              <a:buNone/>
              <a:defRPr sz="1300">
                <a:solidFill>
                  <a:srgbClr val="000000"/>
                </a:solidFill>
                <a:latin typeface="Arial"/>
                <a:ea typeface="Arial"/>
                <a:cs typeface="Arial"/>
                <a:sym typeface="Arial"/>
              </a:defRPr>
            </a:lvl5pPr>
            <a:lvl6pPr indent="0" lvl="5" marL="0" marR="0" rtl="0" algn="r">
              <a:spcBef>
                <a:spcPts val="0"/>
              </a:spcBef>
              <a:buClr>
                <a:srgbClr val="000000"/>
              </a:buClr>
              <a:buSzPts val="1300"/>
              <a:buFont typeface="Arial"/>
              <a:buNone/>
              <a:defRPr sz="1300">
                <a:solidFill>
                  <a:srgbClr val="000000"/>
                </a:solidFill>
                <a:latin typeface="Arial"/>
                <a:ea typeface="Arial"/>
                <a:cs typeface="Arial"/>
                <a:sym typeface="Arial"/>
              </a:defRPr>
            </a:lvl6pPr>
            <a:lvl7pPr indent="0" lvl="6" marL="0" marR="0" rtl="0" algn="r">
              <a:spcBef>
                <a:spcPts val="0"/>
              </a:spcBef>
              <a:buClr>
                <a:srgbClr val="000000"/>
              </a:buClr>
              <a:buSzPts val="1300"/>
              <a:buFont typeface="Arial"/>
              <a:buNone/>
              <a:defRPr sz="1300">
                <a:solidFill>
                  <a:srgbClr val="000000"/>
                </a:solidFill>
                <a:latin typeface="Arial"/>
                <a:ea typeface="Arial"/>
                <a:cs typeface="Arial"/>
                <a:sym typeface="Arial"/>
              </a:defRPr>
            </a:lvl7pPr>
            <a:lvl8pPr indent="0" lvl="7" marL="0" marR="0" rtl="0" algn="r">
              <a:spcBef>
                <a:spcPts val="0"/>
              </a:spcBef>
              <a:buClr>
                <a:srgbClr val="000000"/>
              </a:buClr>
              <a:buSzPts val="1300"/>
              <a:buFont typeface="Arial"/>
              <a:buNone/>
              <a:defRPr sz="1300">
                <a:solidFill>
                  <a:srgbClr val="000000"/>
                </a:solidFill>
                <a:latin typeface="Arial"/>
                <a:ea typeface="Arial"/>
                <a:cs typeface="Arial"/>
                <a:sym typeface="Arial"/>
              </a:defRPr>
            </a:lvl8pPr>
            <a:lvl9pPr indent="0" lvl="8" marL="0" marR="0" rtl="0" algn="r">
              <a:spcBef>
                <a:spcPts val="0"/>
              </a:spcBef>
              <a:buClr>
                <a:srgbClr val="000000"/>
              </a:buClr>
              <a:buSzPts val="1300"/>
              <a:buFont typeface="Arial"/>
              <a:buNone/>
              <a:defRPr sz="1300">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78" name="Shape 78"/>
        <p:cNvGrpSpPr/>
        <p:nvPr/>
      </p:nvGrpSpPr>
      <p:grpSpPr>
        <a:xfrm>
          <a:off x="0" y="0"/>
          <a:ext cx="0" cy="0"/>
          <a:chOff x="0" y="0"/>
          <a:chExt cx="0" cy="0"/>
        </a:xfrm>
      </p:grpSpPr>
      <p:sp>
        <p:nvSpPr>
          <p:cNvPr id="79" name="Google Shape;79;p20"/>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80" name="Google Shape;80;p20"/>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1" name="Google Shape;81;p2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2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2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20.png"/><Relationship Id="rId7" Type="http://schemas.openxmlformats.org/officeDocument/2006/relationships/image" Target="../media/image13.png"/><Relationship Id="rId8"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hyperlink" Target="http://drive.google.com/file/d/12IRfFoQnCMD6fhqk4llobnNQA-2Ry-Gi/view" TargetMode="External"/><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22.png"/><Relationship Id="rId7" Type="http://schemas.openxmlformats.org/officeDocument/2006/relationships/image" Target="../media/image2.png"/><Relationship Id="rId8"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hyperlink" Target="http://www.youtube.com/watch?v=sEVFq7XBOMI" TargetMode="External"/><Relationship Id="rId4" Type="http://schemas.openxmlformats.org/officeDocument/2006/relationships/image" Target="../media/image18.jp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21.png"/><Relationship Id="rId5" Type="http://schemas.openxmlformats.org/officeDocument/2006/relationships/image" Target="../media/image24.png"/><Relationship Id="rId6"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vle.york.ac.uk/ultra/courses/_112119_1/outline/edit/document/_5705985_1?courseId=_112119_1&amp;view=content" TargetMode="External"/><Relationship Id="rId4" Type="http://schemas.openxmlformats.org/officeDocument/2006/relationships/hyperlink" Target="https://vle.york.ac.uk/ultra/courses/_112119_1/outline/edit/document/_5705985_1?courseId=_112119_1&amp;view=conten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56" name="Shape 156"/>
        <p:cNvGrpSpPr/>
        <p:nvPr/>
      </p:nvGrpSpPr>
      <p:grpSpPr>
        <a:xfrm>
          <a:off x="0" y="0"/>
          <a:ext cx="0" cy="0"/>
          <a:chOff x="0" y="0"/>
          <a:chExt cx="0" cy="0"/>
        </a:xfrm>
      </p:grpSpPr>
      <p:sp>
        <p:nvSpPr>
          <p:cNvPr id="157" name="Google Shape;157;p32"/>
          <p:cNvSpPr txBox="1"/>
          <p:nvPr>
            <p:ph type="ctrTitle"/>
          </p:nvPr>
        </p:nvSpPr>
        <p:spPr>
          <a:xfrm>
            <a:off x="258358" y="1181200"/>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ct val="26190"/>
              <a:buFont typeface="Arial"/>
              <a:buNone/>
            </a:pPr>
            <a:r>
              <a:rPr lang="en" sz="4200"/>
              <a:t>Cell Biology: Data Workshop 2</a:t>
            </a:r>
            <a:endParaRPr sz="4200"/>
          </a:p>
          <a:p>
            <a:pPr indent="0" lvl="0" marL="0" rtl="0" algn="ctr">
              <a:spcBef>
                <a:spcPts val="0"/>
              </a:spcBef>
              <a:spcAft>
                <a:spcPts val="0"/>
              </a:spcAft>
              <a:buClr>
                <a:schemeClr val="dk1"/>
              </a:buClr>
              <a:buSzPct val="26190"/>
              <a:buFont typeface="Arial"/>
              <a:buNone/>
            </a:pPr>
            <a:r>
              <a:rPr lang="en" sz="4200"/>
              <a:t>Comparing morphological parameters of clonal hMSCs</a:t>
            </a:r>
            <a:endParaRPr sz="4200"/>
          </a:p>
        </p:txBody>
      </p:sp>
      <p:sp>
        <p:nvSpPr>
          <p:cNvPr id="158" name="Google Shape;158;p32"/>
          <p:cNvSpPr txBox="1"/>
          <p:nvPr>
            <p:ph idx="1" type="subTitle"/>
          </p:nvPr>
        </p:nvSpPr>
        <p:spPr>
          <a:xfrm>
            <a:off x="311700" y="3498450"/>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Dr Amanda Barnes and Dr Daniel Jeffares</a:t>
            </a:r>
            <a:endParaRPr/>
          </a:p>
          <a:p>
            <a:pPr indent="0" lvl="0" marL="0" rtl="0" algn="ctr">
              <a:spcBef>
                <a:spcPts val="0"/>
              </a:spcBef>
              <a:spcAft>
                <a:spcPts val="0"/>
              </a:spcAft>
              <a:buNone/>
            </a:pPr>
            <a:r>
              <a:rPr lang="en"/>
              <a:t>Check in: XXXXXX</a:t>
            </a:r>
            <a:endParaRPr/>
          </a:p>
        </p:txBody>
      </p:sp>
      <p:sp>
        <p:nvSpPr>
          <p:cNvPr id="159" name="Google Shape;159;p32"/>
          <p:cNvSpPr txBox="1"/>
          <p:nvPr/>
        </p:nvSpPr>
        <p:spPr>
          <a:xfrm>
            <a:off x="205100" y="195350"/>
            <a:ext cx="8627100" cy="41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BIO00066I: Becoming a Bioscientist 4: Research in Action </a:t>
            </a:r>
            <a:endParaRPr sz="1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Learning Outcomes for today’s session </a:t>
            </a:r>
            <a:endParaRPr/>
          </a:p>
        </p:txBody>
      </p:sp>
      <p:sp>
        <p:nvSpPr>
          <p:cNvPr id="165" name="Google Shape;165;p33"/>
          <p:cNvSpPr txBox="1"/>
          <p:nvPr>
            <p:ph idx="1" type="body"/>
          </p:nvPr>
        </p:nvSpPr>
        <p:spPr>
          <a:xfrm>
            <a:off x="311700" y="1152475"/>
            <a:ext cx="8520600" cy="3416400"/>
          </a:xfrm>
          <a:prstGeom prst="rect">
            <a:avLst/>
          </a:prstGeom>
          <a:noFill/>
        </p:spPr>
        <p:txBody>
          <a:bodyPr anchorCtr="0" anchor="t" bIns="91425" lIns="91425" spcFirstLastPara="1" rIns="91425" wrap="square" tIns="91425">
            <a:normAutofit fontScale="85000" lnSpcReduction="20000"/>
          </a:bodyPr>
          <a:lstStyle/>
          <a:p>
            <a:pPr indent="-341947" lvl="0" marL="457200" rtl="0" algn="l">
              <a:lnSpc>
                <a:spcPct val="150000"/>
              </a:lnSpc>
              <a:spcBef>
                <a:spcPts val="0"/>
              </a:spcBef>
              <a:spcAft>
                <a:spcPts val="0"/>
              </a:spcAft>
              <a:buClr>
                <a:srgbClr val="343A40"/>
              </a:buClr>
              <a:buSzPct val="100000"/>
              <a:buChar char="●"/>
            </a:pPr>
            <a:r>
              <a:rPr lang="en" sz="2100">
                <a:solidFill>
                  <a:srgbClr val="343A40"/>
                </a:solidFill>
              </a:rPr>
              <a:t>Explain how the Livecyte data set was collected and what metrics it contains</a:t>
            </a:r>
            <a:endParaRPr sz="2100"/>
          </a:p>
          <a:p>
            <a:pPr indent="-341947" lvl="0" marL="457200" rtl="0" algn="l">
              <a:lnSpc>
                <a:spcPct val="150000"/>
              </a:lnSpc>
              <a:spcBef>
                <a:spcPts val="0"/>
              </a:spcBef>
              <a:spcAft>
                <a:spcPts val="0"/>
              </a:spcAft>
              <a:buSzPct val="100000"/>
              <a:buChar char="●"/>
            </a:pPr>
            <a:r>
              <a:rPr lang="en" sz="2100"/>
              <a:t>Apply RStudio skills to import, manage and explore the Livecyte data set</a:t>
            </a:r>
            <a:endParaRPr sz="2100"/>
          </a:p>
          <a:p>
            <a:pPr indent="-341947" lvl="0" marL="457200" rtl="0" algn="l">
              <a:lnSpc>
                <a:spcPct val="150000"/>
              </a:lnSpc>
              <a:spcBef>
                <a:spcPts val="0"/>
              </a:spcBef>
              <a:spcAft>
                <a:spcPts val="0"/>
              </a:spcAft>
              <a:buSzPct val="100000"/>
              <a:buChar char="●"/>
            </a:pPr>
            <a:r>
              <a:rPr lang="en" sz="2100"/>
              <a:t>Compare which morphological </a:t>
            </a:r>
            <a:r>
              <a:rPr lang="en" sz="2100"/>
              <a:t>parameters</a:t>
            </a:r>
            <a:r>
              <a:rPr lang="en" sz="2100"/>
              <a:t> differ between clonal lines</a:t>
            </a:r>
            <a:endParaRPr sz="2100"/>
          </a:p>
          <a:p>
            <a:pPr indent="-341947" lvl="0" marL="457200" rtl="0" algn="l">
              <a:lnSpc>
                <a:spcPct val="150000"/>
              </a:lnSpc>
              <a:spcBef>
                <a:spcPts val="0"/>
              </a:spcBef>
              <a:spcAft>
                <a:spcPts val="0"/>
              </a:spcAft>
              <a:buSzPct val="100000"/>
              <a:buChar char="●"/>
            </a:pPr>
            <a:r>
              <a:rPr lang="en" sz="2100"/>
              <a:t>Create plots to </a:t>
            </a:r>
            <a:r>
              <a:rPr lang="en" sz="2100"/>
              <a:t>assist</a:t>
            </a:r>
            <a:r>
              <a:rPr lang="en" sz="2100"/>
              <a:t> in exploring and interpreting the data</a:t>
            </a:r>
            <a:endParaRPr sz="2100"/>
          </a:p>
          <a:p>
            <a:pPr indent="-341947" lvl="0" marL="457200" rtl="0" algn="l">
              <a:lnSpc>
                <a:spcPct val="150000"/>
              </a:lnSpc>
              <a:spcBef>
                <a:spcPts val="0"/>
              </a:spcBef>
              <a:spcAft>
                <a:spcPts val="0"/>
              </a:spcAft>
              <a:buSzPct val="100000"/>
              <a:buChar char="●"/>
            </a:pPr>
            <a:r>
              <a:rPr lang="en" sz="2100"/>
              <a:t>Apply appropriate statistical methods to analyse the data</a:t>
            </a:r>
            <a:endParaRPr sz="2100"/>
          </a:p>
          <a:p>
            <a:pPr indent="-341947" lvl="0" marL="457200" rtl="0" algn="l">
              <a:lnSpc>
                <a:spcPct val="150000"/>
              </a:lnSpc>
              <a:spcBef>
                <a:spcPts val="0"/>
              </a:spcBef>
              <a:spcAft>
                <a:spcPts val="0"/>
              </a:spcAft>
              <a:buSzPct val="100000"/>
              <a:buChar char="●"/>
            </a:pPr>
            <a:r>
              <a:rPr lang="en" sz="2100"/>
              <a:t>Interpret</a:t>
            </a:r>
            <a:r>
              <a:rPr lang="en" sz="2100"/>
              <a:t> data with care</a:t>
            </a:r>
            <a:endParaRPr sz="2100"/>
          </a:p>
          <a:p>
            <a:pPr indent="-341947" lvl="0" marL="457200" rtl="0" algn="l">
              <a:lnSpc>
                <a:spcPct val="150000"/>
              </a:lnSpc>
              <a:spcBef>
                <a:spcPts val="0"/>
              </a:spcBef>
              <a:spcAft>
                <a:spcPts val="0"/>
              </a:spcAft>
              <a:buSzPct val="100000"/>
              <a:buChar char="●"/>
            </a:pPr>
            <a:r>
              <a:rPr lang="en" sz="2100"/>
              <a:t>Integrate knowledge from </a:t>
            </a:r>
            <a:r>
              <a:rPr lang="en" sz="2100"/>
              <a:t>laboratory</a:t>
            </a:r>
            <a:r>
              <a:rPr lang="en" sz="2100"/>
              <a:t> work and computational analysis</a:t>
            </a:r>
            <a:endParaRPr sz="2100"/>
          </a:p>
          <a:p>
            <a:pPr indent="0" lvl="0" marL="0" rtl="0" algn="l">
              <a:spcBef>
                <a:spcPts val="1000"/>
              </a:spcBef>
              <a:spcAft>
                <a:spcPts val="0"/>
              </a:spcAft>
              <a:buNone/>
            </a:pPr>
            <a:r>
              <a:t/>
            </a:r>
            <a:endParaRPr sz="1300">
              <a:solidFill>
                <a:srgbClr val="343A40"/>
              </a:solidFill>
              <a:highlight>
                <a:srgbClr val="FFFFFF"/>
              </a:highlight>
              <a:latin typeface="Roboto"/>
              <a:ea typeface="Roboto"/>
              <a:cs typeface="Roboto"/>
              <a:sym typeface="Roboto"/>
            </a:endParaRPr>
          </a:p>
          <a:p>
            <a:pPr indent="0" lvl="0" marL="0" rtl="0" algn="l">
              <a:lnSpc>
                <a:spcPct val="150000"/>
              </a:lnSpc>
              <a:spcBef>
                <a:spcPts val="18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4"/>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MSCs vary in their potential to differentiate </a:t>
            </a:r>
            <a:endParaRPr/>
          </a:p>
        </p:txBody>
      </p:sp>
      <p:sp>
        <p:nvSpPr>
          <p:cNvPr id="171" name="Google Shape;171;p34"/>
          <p:cNvSpPr txBox="1"/>
          <p:nvPr>
            <p:ph idx="1" type="body"/>
          </p:nvPr>
        </p:nvSpPr>
        <p:spPr>
          <a:xfrm>
            <a:off x="-58150" y="1231350"/>
            <a:ext cx="4040100" cy="3055800"/>
          </a:xfrm>
          <a:prstGeom prst="rect">
            <a:avLst/>
          </a:prstGeom>
        </p:spPr>
        <p:txBody>
          <a:bodyPr anchorCtr="0" anchor="t" bIns="91425" lIns="91425" spcFirstLastPara="1" rIns="91425" wrap="square" tIns="91425">
            <a:normAutofit/>
          </a:bodyPr>
          <a:lstStyle/>
          <a:p>
            <a:pPr indent="-342900" lvl="0" marL="457200" rtl="0" algn="l">
              <a:spcBef>
                <a:spcPts val="1000"/>
              </a:spcBef>
              <a:spcAft>
                <a:spcPts val="0"/>
              </a:spcAft>
              <a:buSzPts val="1800"/>
              <a:buChar char="●"/>
            </a:pPr>
            <a:r>
              <a:rPr lang="en"/>
              <a:t>Not all </a:t>
            </a:r>
            <a:r>
              <a:rPr lang="en"/>
              <a:t>MSCs are equal! They are a mixed population (heterogenous) of cells ranging from tripotent to nullipotent </a:t>
            </a:r>
            <a:endParaRPr/>
          </a:p>
          <a:p>
            <a:pPr indent="-342900" lvl="0" marL="457200" rtl="0" algn="l">
              <a:spcBef>
                <a:spcPts val="1200"/>
              </a:spcBef>
              <a:spcAft>
                <a:spcPts val="0"/>
              </a:spcAft>
              <a:buSzPts val="1800"/>
              <a:buChar char="●"/>
            </a:pPr>
            <a:r>
              <a:rPr lang="en"/>
              <a:t>Clonal lines (lines of cells derived from a single stem cell) are used to investigate heterogeneity </a:t>
            </a:r>
            <a:endParaRPr/>
          </a:p>
          <a:p>
            <a:pPr indent="0" lvl="0" marL="0" rtl="0" algn="l">
              <a:spcBef>
                <a:spcPts val="1200"/>
              </a:spcBef>
              <a:spcAft>
                <a:spcPts val="1200"/>
              </a:spcAft>
              <a:buNone/>
            </a:pPr>
            <a:r>
              <a:t/>
            </a:r>
            <a:endParaRPr/>
          </a:p>
        </p:txBody>
      </p:sp>
      <p:pic>
        <p:nvPicPr>
          <p:cNvPr id="172" name="Google Shape;172;p34"/>
          <p:cNvPicPr preferRelativeResize="0"/>
          <p:nvPr/>
        </p:nvPicPr>
        <p:blipFill>
          <a:blip r:embed="rId3">
            <a:alphaModFix/>
          </a:blip>
          <a:stretch>
            <a:fillRect/>
          </a:stretch>
        </p:blipFill>
        <p:spPr>
          <a:xfrm>
            <a:off x="4070875" y="1310425"/>
            <a:ext cx="4563674" cy="2780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descr="cfuf.jpg" id="178" name="Google Shape;178;p35"/>
          <p:cNvPicPr preferRelativeResize="0"/>
          <p:nvPr/>
        </p:nvPicPr>
        <p:blipFill rotWithShape="1">
          <a:blip r:embed="rId3">
            <a:alphaModFix/>
          </a:blip>
          <a:srcRect b="0" l="0" r="0" t="0"/>
          <a:stretch/>
        </p:blipFill>
        <p:spPr>
          <a:xfrm>
            <a:off x="4427984" y="3013000"/>
            <a:ext cx="1242138" cy="1242138"/>
          </a:xfrm>
          <a:prstGeom prst="rect">
            <a:avLst/>
          </a:prstGeom>
          <a:noFill/>
          <a:ln>
            <a:noFill/>
          </a:ln>
        </p:spPr>
      </p:pic>
      <p:pic>
        <p:nvPicPr>
          <p:cNvPr descr="R:\rsrch\pg5\admin\Backup\Paul\Grants\BCRT\PhD 2012\Interview\Images\c101b.JPG" id="179" name="Google Shape;179;p35"/>
          <p:cNvPicPr preferRelativeResize="0"/>
          <p:nvPr/>
        </p:nvPicPr>
        <p:blipFill rotWithShape="1">
          <a:blip r:embed="rId4">
            <a:alphaModFix/>
          </a:blip>
          <a:srcRect b="0" l="0" r="0" t="0"/>
          <a:stretch/>
        </p:blipFill>
        <p:spPr>
          <a:xfrm>
            <a:off x="2204120" y="3089198"/>
            <a:ext cx="1566174" cy="1241010"/>
          </a:xfrm>
          <a:prstGeom prst="rect">
            <a:avLst/>
          </a:prstGeom>
          <a:noFill/>
          <a:ln>
            <a:noFill/>
          </a:ln>
        </p:spPr>
      </p:pic>
      <p:pic>
        <p:nvPicPr>
          <p:cNvPr id="180" name="Google Shape;180;p35"/>
          <p:cNvPicPr preferRelativeResize="0"/>
          <p:nvPr/>
        </p:nvPicPr>
        <p:blipFill rotWithShape="1">
          <a:blip r:embed="rId5">
            <a:alphaModFix/>
          </a:blip>
          <a:srcRect b="0" l="0" r="0" t="0"/>
          <a:stretch/>
        </p:blipFill>
        <p:spPr>
          <a:xfrm>
            <a:off x="2503969" y="2465982"/>
            <a:ext cx="376164" cy="299182"/>
          </a:xfrm>
          <a:prstGeom prst="rect">
            <a:avLst/>
          </a:prstGeom>
          <a:noFill/>
          <a:ln>
            <a:noFill/>
          </a:ln>
        </p:spPr>
      </p:pic>
      <p:pic>
        <p:nvPicPr>
          <p:cNvPr id="181" name="Google Shape;181;p35"/>
          <p:cNvPicPr preferRelativeResize="0"/>
          <p:nvPr/>
        </p:nvPicPr>
        <p:blipFill rotWithShape="1">
          <a:blip r:embed="rId5">
            <a:alphaModFix/>
          </a:blip>
          <a:srcRect b="0" l="0" r="0" t="0"/>
          <a:stretch/>
        </p:blipFill>
        <p:spPr>
          <a:xfrm>
            <a:off x="2893568" y="2627994"/>
            <a:ext cx="376164" cy="299182"/>
          </a:xfrm>
          <a:prstGeom prst="rect">
            <a:avLst/>
          </a:prstGeom>
          <a:noFill/>
          <a:ln>
            <a:noFill/>
          </a:ln>
        </p:spPr>
      </p:pic>
      <p:pic>
        <p:nvPicPr>
          <p:cNvPr id="182" name="Google Shape;182;p35"/>
          <p:cNvPicPr preferRelativeResize="0"/>
          <p:nvPr/>
        </p:nvPicPr>
        <p:blipFill rotWithShape="1">
          <a:blip r:embed="rId5">
            <a:alphaModFix/>
          </a:blip>
          <a:srcRect b="0" l="0" r="0" t="0"/>
          <a:stretch/>
        </p:blipFill>
        <p:spPr>
          <a:xfrm>
            <a:off x="2919264" y="2250002"/>
            <a:ext cx="376164" cy="299182"/>
          </a:xfrm>
          <a:prstGeom prst="rect">
            <a:avLst/>
          </a:prstGeom>
          <a:noFill/>
          <a:ln>
            <a:noFill/>
          </a:ln>
        </p:spPr>
      </p:pic>
      <p:pic>
        <p:nvPicPr>
          <p:cNvPr id="183" name="Google Shape;183;p35"/>
          <p:cNvPicPr preferRelativeResize="0"/>
          <p:nvPr/>
        </p:nvPicPr>
        <p:blipFill rotWithShape="1">
          <a:blip r:embed="rId5">
            <a:alphaModFix/>
          </a:blip>
          <a:srcRect b="0" l="0" r="0" t="0"/>
          <a:stretch/>
        </p:blipFill>
        <p:spPr>
          <a:xfrm>
            <a:off x="3334571" y="2465982"/>
            <a:ext cx="376164" cy="299182"/>
          </a:xfrm>
          <a:prstGeom prst="rect">
            <a:avLst/>
          </a:prstGeom>
          <a:noFill/>
          <a:ln>
            <a:noFill/>
          </a:ln>
        </p:spPr>
      </p:pic>
      <p:pic>
        <p:nvPicPr>
          <p:cNvPr id="184" name="Google Shape;184;p35"/>
          <p:cNvPicPr preferRelativeResize="0"/>
          <p:nvPr/>
        </p:nvPicPr>
        <p:blipFill rotWithShape="1">
          <a:blip r:embed="rId6">
            <a:alphaModFix/>
          </a:blip>
          <a:srcRect b="0" l="0" r="0" t="0"/>
          <a:stretch/>
        </p:blipFill>
        <p:spPr>
          <a:xfrm flipH="1">
            <a:off x="5373354" y="1500831"/>
            <a:ext cx="1539962" cy="1301147"/>
          </a:xfrm>
          <a:prstGeom prst="rect">
            <a:avLst/>
          </a:prstGeom>
          <a:noFill/>
          <a:ln>
            <a:noFill/>
          </a:ln>
        </p:spPr>
      </p:pic>
      <p:sp>
        <p:nvSpPr>
          <p:cNvPr id="185" name="Google Shape;185;p35"/>
          <p:cNvSpPr txBox="1"/>
          <p:nvPr/>
        </p:nvSpPr>
        <p:spPr>
          <a:xfrm>
            <a:off x="171123" y="933172"/>
            <a:ext cx="24483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600">
                <a:solidFill>
                  <a:schemeClr val="dk1"/>
                </a:solidFill>
                <a:latin typeface="Calibri"/>
                <a:ea typeface="Calibri"/>
                <a:cs typeface="Calibri"/>
                <a:sym typeface="Calibri"/>
              </a:rPr>
              <a:t>Human MSCs obtained from </a:t>
            </a:r>
            <a:r>
              <a:rPr b="1" lang="en" sz="1600">
                <a:solidFill>
                  <a:schemeClr val="dk1"/>
                </a:solidFill>
                <a:latin typeface="Calibri"/>
                <a:ea typeface="Calibri"/>
                <a:cs typeface="Calibri"/>
                <a:sym typeface="Calibri"/>
              </a:rPr>
              <a:t>Femoral head </a:t>
            </a:r>
            <a:endParaRPr/>
          </a:p>
        </p:txBody>
      </p:sp>
      <p:sp>
        <p:nvSpPr>
          <p:cNvPr id="186" name="Google Shape;186;p35"/>
          <p:cNvSpPr txBox="1"/>
          <p:nvPr/>
        </p:nvSpPr>
        <p:spPr>
          <a:xfrm>
            <a:off x="539552" y="3515168"/>
            <a:ext cx="15843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600">
                <a:solidFill>
                  <a:schemeClr val="dk1"/>
                </a:solidFill>
                <a:latin typeface="Calibri"/>
                <a:ea typeface="Calibri"/>
                <a:cs typeface="Calibri"/>
                <a:sym typeface="Calibri"/>
              </a:rPr>
              <a:t>MSCs extracted</a:t>
            </a:r>
            <a:endParaRPr/>
          </a:p>
        </p:txBody>
      </p:sp>
      <p:sp>
        <p:nvSpPr>
          <p:cNvPr id="187" name="Google Shape;187;p35"/>
          <p:cNvSpPr/>
          <p:nvPr/>
        </p:nvSpPr>
        <p:spPr>
          <a:xfrm rot="-10007990">
            <a:off x="1071773" y="2796748"/>
            <a:ext cx="1341341" cy="670131"/>
          </a:xfrm>
          <a:prstGeom prst="arc">
            <a:avLst>
              <a:gd fmla="val 13831224" name="adj1"/>
              <a:gd fmla="val 21258285" name="adj2"/>
            </a:avLst>
          </a:prstGeom>
          <a:noFill/>
          <a:ln cap="flat" cmpd="sng" w="19050">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35"/>
          <p:cNvSpPr txBox="1"/>
          <p:nvPr/>
        </p:nvSpPr>
        <p:spPr>
          <a:xfrm>
            <a:off x="2360904" y="1435994"/>
            <a:ext cx="15843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1600">
                <a:solidFill>
                  <a:schemeClr val="dk1"/>
                </a:solidFill>
                <a:latin typeface="Calibri"/>
                <a:ea typeface="Calibri"/>
                <a:cs typeface="Calibri"/>
                <a:sym typeface="Calibri"/>
              </a:rPr>
              <a:t>MSCs transduced with telomerase</a:t>
            </a:r>
            <a:endParaRPr/>
          </a:p>
        </p:txBody>
      </p:sp>
      <p:cxnSp>
        <p:nvCxnSpPr>
          <p:cNvPr id="189" name="Google Shape;189;p35"/>
          <p:cNvCxnSpPr/>
          <p:nvPr/>
        </p:nvCxnSpPr>
        <p:spPr>
          <a:xfrm flipH="1">
            <a:off x="2460640" y="2873176"/>
            <a:ext cx="216000" cy="540000"/>
          </a:xfrm>
          <a:prstGeom prst="straightConnector1">
            <a:avLst/>
          </a:prstGeom>
          <a:noFill/>
          <a:ln cap="flat" cmpd="sng" w="19050">
            <a:solidFill>
              <a:schemeClr val="dk1"/>
            </a:solidFill>
            <a:prstDash val="solid"/>
            <a:round/>
            <a:headEnd len="sm" w="sm" type="none"/>
            <a:tailEnd len="med" w="med" type="triangle"/>
          </a:ln>
        </p:spPr>
      </p:cxnSp>
      <p:cxnSp>
        <p:nvCxnSpPr>
          <p:cNvPr id="190" name="Google Shape;190;p35"/>
          <p:cNvCxnSpPr/>
          <p:nvPr/>
        </p:nvCxnSpPr>
        <p:spPr>
          <a:xfrm>
            <a:off x="3486650" y="2834480"/>
            <a:ext cx="72000" cy="540000"/>
          </a:xfrm>
          <a:prstGeom prst="straightConnector1">
            <a:avLst/>
          </a:prstGeom>
          <a:noFill/>
          <a:ln cap="flat" cmpd="sng" w="19050">
            <a:solidFill>
              <a:schemeClr val="dk1"/>
            </a:solidFill>
            <a:prstDash val="solid"/>
            <a:round/>
            <a:headEnd len="sm" w="sm" type="none"/>
            <a:tailEnd len="med" w="med" type="triangle"/>
          </a:ln>
        </p:spPr>
      </p:cxnSp>
      <p:cxnSp>
        <p:nvCxnSpPr>
          <p:cNvPr id="191" name="Google Shape;191;p35"/>
          <p:cNvCxnSpPr/>
          <p:nvPr/>
        </p:nvCxnSpPr>
        <p:spPr>
          <a:xfrm>
            <a:off x="3970077" y="3633778"/>
            <a:ext cx="288000" cy="600"/>
          </a:xfrm>
          <a:prstGeom prst="straightConnector1">
            <a:avLst/>
          </a:prstGeom>
          <a:noFill/>
          <a:ln cap="flat" cmpd="sng" w="19050">
            <a:solidFill>
              <a:schemeClr val="dk1"/>
            </a:solidFill>
            <a:prstDash val="solid"/>
            <a:round/>
            <a:headEnd len="sm" w="sm" type="none"/>
            <a:tailEnd len="med" w="med" type="triangle"/>
          </a:ln>
        </p:spPr>
      </p:cxnSp>
      <p:sp>
        <p:nvSpPr>
          <p:cNvPr id="192" name="Google Shape;192;p35"/>
          <p:cNvSpPr txBox="1"/>
          <p:nvPr/>
        </p:nvSpPr>
        <p:spPr>
          <a:xfrm>
            <a:off x="4035407" y="4282328"/>
            <a:ext cx="20883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1600">
                <a:solidFill>
                  <a:schemeClr val="dk1"/>
                </a:solidFill>
                <a:latin typeface="Calibri"/>
                <a:ea typeface="Calibri"/>
                <a:cs typeface="Calibri"/>
                <a:sym typeface="Calibri"/>
              </a:rPr>
              <a:t>Transduced</a:t>
            </a:r>
            <a:r>
              <a:rPr b="1" lang="en" sz="1600">
                <a:solidFill>
                  <a:schemeClr val="dk1"/>
                </a:solidFill>
                <a:latin typeface="Calibri"/>
                <a:ea typeface="Calibri"/>
                <a:cs typeface="Calibri"/>
                <a:sym typeface="Calibri"/>
              </a:rPr>
              <a:t> MSCs plated at low density</a:t>
            </a:r>
            <a:endParaRPr/>
          </a:p>
        </p:txBody>
      </p:sp>
      <p:sp>
        <p:nvSpPr>
          <p:cNvPr id="193" name="Google Shape;193;p35"/>
          <p:cNvSpPr/>
          <p:nvPr/>
        </p:nvSpPr>
        <p:spPr>
          <a:xfrm rot="6076055">
            <a:off x="5734998" y="2598262"/>
            <a:ext cx="1034846" cy="860041"/>
          </a:xfrm>
          <a:prstGeom prst="arc">
            <a:avLst>
              <a:gd fmla="val 13831224" name="adj1"/>
              <a:gd fmla="val 21258285" name="adj2"/>
            </a:avLst>
          </a:prstGeom>
          <a:noFill/>
          <a:ln cap="flat" cmpd="sng" w="19050">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35"/>
          <p:cNvSpPr txBox="1"/>
          <p:nvPr/>
        </p:nvSpPr>
        <p:spPr>
          <a:xfrm>
            <a:off x="4483253" y="882209"/>
            <a:ext cx="20163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1600">
                <a:solidFill>
                  <a:schemeClr val="dk1"/>
                </a:solidFill>
                <a:latin typeface="Calibri"/>
                <a:ea typeface="Calibri"/>
                <a:cs typeface="Calibri"/>
                <a:sym typeface="Calibri"/>
              </a:rPr>
              <a:t>MSC clones isolated and expanded</a:t>
            </a:r>
            <a:endParaRPr/>
          </a:p>
        </p:txBody>
      </p:sp>
      <p:sp>
        <p:nvSpPr>
          <p:cNvPr id="195" name="Google Shape;195;p35"/>
          <p:cNvSpPr txBox="1"/>
          <p:nvPr/>
        </p:nvSpPr>
        <p:spPr>
          <a:xfrm>
            <a:off x="7319742" y="834727"/>
            <a:ext cx="1584300" cy="585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1600">
                <a:solidFill>
                  <a:schemeClr val="dk1"/>
                </a:solidFill>
                <a:latin typeface="Calibri"/>
                <a:ea typeface="Calibri"/>
                <a:cs typeface="Calibri"/>
                <a:sym typeface="Calibri"/>
              </a:rPr>
              <a:t>Immortalised MSC bank</a:t>
            </a:r>
            <a:endParaRPr/>
          </a:p>
        </p:txBody>
      </p:sp>
      <p:sp>
        <p:nvSpPr>
          <p:cNvPr id="196" name="Google Shape;196;p35"/>
          <p:cNvSpPr/>
          <p:nvPr/>
        </p:nvSpPr>
        <p:spPr>
          <a:xfrm flipH="1" rot="-1576335">
            <a:off x="6543333" y="1253086"/>
            <a:ext cx="1391434" cy="720442"/>
          </a:xfrm>
          <a:prstGeom prst="arc">
            <a:avLst>
              <a:gd fmla="val 12830356" name="adj1"/>
              <a:gd fmla="val 21258285" name="adj2"/>
            </a:avLst>
          </a:prstGeom>
          <a:noFill/>
          <a:ln cap="flat" cmpd="sng" w="19050">
            <a:solidFill>
              <a:schemeClr val="dk1"/>
            </a:solidFill>
            <a:prstDash val="solid"/>
            <a:round/>
            <a:headEnd len="med" w="med" type="triangl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pic>
        <p:nvPicPr>
          <p:cNvPr id="197" name="Google Shape;197;p35"/>
          <p:cNvPicPr preferRelativeResize="0"/>
          <p:nvPr/>
        </p:nvPicPr>
        <p:blipFill rotWithShape="1">
          <a:blip r:embed="rId7">
            <a:alphaModFix/>
          </a:blip>
          <a:srcRect b="0" l="0" r="0" t="0"/>
          <a:stretch/>
        </p:blipFill>
        <p:spPr>
          <a:xfrm>
            <a:off x="7236296" y="1500832"/>
            <a:ext cx="1217115" cy="2646294"/>
          </a:xfrm>
          <a:prstGeom prst="rect">
            <a:avLst/>
          </a:prstGeom>
          <a:noFill/>
          <a:ln>
            <a:noFill/>
          </a:ln>
        </p:spPr>
      </p:pic>
      <p:sp>
        <p:nvSpPr>
          <p:cNvPr id="198" name="Google Shape;198;p35"/>
          <p:cNvSpPr txBox="1"/>
          <p:nvPr/>
        </p:nvSpPr>
        <p:spPr>
          <a:xfrm>
            <a:off x="172137" y="184824"/>
            <a:ext cx="8496900" cy="492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 sz="2600">
                <a:solidFill>
                  <a:schemeClr val="dk1"/>
                </a:solidFill>
              </a:rPr>
              <a:t>Model hMSC cell lines: Immortalised clonal lines </a:t>
            </a:r>
            <a:endParaRPr/>
          </a:p>
        </p:txBody>
      </p:sp>
      <p:sp>
        <p:nvSpPr>
          <p:cNvPr id="199" name="Google Shape;199;p35"/>
          <p:cNvSpPr txBox="1"/>
          <p:nvPr/>
        </p:nvSpPr>
        <p:spPr>
          <a:xfrm>
            <a:off x="6780876" y="4255150"/>
            <a:ext cx="12423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600">
                <a:solidFill>
                  <a:srgbClr val="FF0066"/>
                </a:solidFill>
                <a:latin typeface="Calibri"/>
                <a:ea typeface="Calibri"/>
                <a:cs typeface="Calibri"/>
                <a:sym typeface="Calibri"/>
              </a:rPr>
              <a:t>Clonal line A</a:t>
            </a:r>
            <a:endParaRPr/>
          </a:p>
        </p:txBody>
      </p:sp>
      <p:sp>
        <p:nvSpPr>
          <p:cNvPr id="200" name="Google Shape;200;p35"/>
          <p:cNvSpPr txBox="1"/>
          <p:nvPr/>
        </p:nvSpPr>
        <p:spPr>
          <a:xfrm>
            <a:off x="7319751" y="4491700"/>
            <a:ext cx="12423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 sz="1600">
                <a:solidFill>
                  <a:srgbClr val="FF0066"/>
                </a:solidFill>
                <a:latin typeface="Calibri"/>
                <a:ea typeface="Calibri"/>
                <a:cs typeface="Calibri"/>
                <a:sym typeface="Calibri"/>
              </a:rPr>
              <a:t>Clonal line B</a:t>
            </a:r>
            <a:endParaRPr/>
          </a:p>
        </p:txBody>
      </p:sp>
      <p:pic>
        <p:nvPicPr>
          <p:cNvPr id="201" name="Google Shape;201;p35"/>
          <p:cNvPicPr preferRelativeResize="0"/>
          <p:nvPr/>
        </p:nvPicPr>
        <p:blipFill>
          <a:blip r:embed="rId8">
            <a:alphaModFix/>
          </a:blip>
          <a:stretch>
            <a:fillRect/>
          </a:stretch>
        </p:blipFill>
        <p:spPr>
          <a:xfrm>
            <a:off x="228350" y="1553453"/>
            <a:ext cx="1422300" cy="14223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6" title="CFUF videos.mp4">
            <a:hlinkClick r:id="rId3"/>
          </p:cNvPr>
          <p:cNvPicPr preferRelativeResize="0"/>
          <p:nvPr/>
        </p:nvPicPr>
        <p:blipFill>
          <a:blip r:embed="rId4">
            <a:alphaModFix/>
          </a:blip>
          <a:stretch>
            <a:fillRect/>
          </a:stretch>
        </p:blipFill>
        <p:spPr>
          <a:xfrm>
            <a:off x="4163775" y="915750"/>
            <a:ext cx="4517575" cy="3388175"/>
          </a:xfrm>
          <a:prstGeom prst="rect">
            <a:avLst/>
          </a:prstGeom>
          <a:noFill/>
          <a:ln>
            <a:noFill/>
          </a:ln>
        </p:spPr>
      </p:pic>
      <p:sp>
        <p:nvSpPr>
          <p:cNvPr id="207" name="Google Shape;207;p36"/>
          <p:cNvSpPr txBox="1"/>
          <p:nvPr/>
        </p:nvSpPr>
        <p:spPr>
          <a:xfrm rot="-5400000">
            <a:off x="133575" y="3244980"/>
            <a:ext cx="11262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2000">
                <a:solidFill>
                  <a:srgbClr val="FF0066"/>
                </a:solidFill>
                <a:latin typeface="Calibri"/>
                <a:ea typeface="Calibri"/>
                <a:cs typeface="Calibri"/>
                <a:sym typeface="Calibri"/>
              </a:rPr>
              <a:t>Clone B</a:t>
            </a:r>
            <a:endParaRPr/>
          </a:p>
        </p:txBody>
      </p:sp>
      <p:sp>
        <p:nvSpPr>
          <p:cNvPr id="208" name="Google Shape;208;p36"/>
          <p:cNvSpPr txBox="1"/>
          <p:nvPr/>
        </p:nvSpPr>
        <p:spPr>
          <a:xfrm rot="-5400000">
            <a:off x="150825" y="1752773"/>
            <a:ext cx="1091700" cy="400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2000">
                <a:solidFill>
                  <a:srgbClr val="FF0066"/>
                </a:solidFill>
                <a:latin typeface="Calibri"/>
                <a:ea typeface="Calibri"/>
                <a:cs typeface="Calibri"/>
                <a:sym typeface="Calibri"/>
              </a:rPr>
              <a:t>Clone A</a:t>
            </a:r>
            <a:endParaRPr/>
          </a:p>
        </p:txBody>
      </p:sp>
      <p:grpSp>
        <p:nvGrpSpPr>
          <p:cNvPr id="209" name="Google Shape;209;p36"/>
          <p:cNvGrpSpPr/>
          <p:nvPr/>
        </p:nvGrpSpPr>
        <p:grpSpPr>
          <a:xfrm>
            <a:off x="868370" y="991954"/>
            <a:ext cx="3295416" cy="3174661"/>
            <a:chOff x="839789" y="1177600"/>
            <a:chExt cx="3702715" cy="3559436"/>
          </a:xfrm>
        </p:grpSpPr>
        <p:sp>
          <p:nvSpPr>
            <p:cNvPr id="210" name="Google Shape;210;p36"/>
            <p:cNvSpPr txBox="1"/>
            <p:nvPr/>
          </p:nvSpPr>
          <p:spPr>
            <a:xfrm>
              <a:off x="2093904" y="1177600"/>
              <a:ext cx="2448600" cy="310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 sz="1200">
                  <a:solidFill>
                    <a:srgbClr val="000000"/>
                  </a:solidFill>
                  <a:latin typeface="Calibri"/>
                  <a:ea typeface="Calibri"/>
                  <a:cs typeface="Calibri"/>
                  <a:sym typeface="Calibri"/>
                </a:rPr>
                <a:t>Crystal Violet Stain</a:t>
              </a:r>
              <a:endParaRPr sz="1000"/>
            </a:p>
          </p:txBody>
        </p:sp>
        <p:grpSp>
          <p:nvGrpSpPr>
            <p:cNvPr id="211" name="Google Shape;211;p36"/>
            <p:cNvGrpSpPr/>
            <p:nvPr/>
          </p:nvGrpSpPr>
          <p:grpSpPr>
            <a:xfrm>
              <a:off x="839789" y="1454505"/>
              <a:ext cx="3555877" cy="3282531"/>
              <a:chOff x="572014" y="1603229"/>
              <a:chExt cx="4444847" cy="4128450"/>
            </a:xfrm>
          </p:grpSpPr>
          <p:pic>
            <p:nvPicPr>
              <p:cNvPr id="212" name="Google Shape;212;p36"/>
              <p:cNvPicPr preferRelativeResize="0"/>
              <p:nvPr/>
            </p:nvPicPr>
            <p:blipFill rotWithShape="1">
              <a:blip r:embed="rId5">
                <a:alphaModFix/>
              </a:blip>
              <a:srcRect b="0" l="0" r="0" t="0"/>
              <a:stretch/>
            </p:blipFill>
            <p:spPr>
              <a:xfrm>
                <a:off x="572014" y="3826578"/>
                <a:ext cx="1894703" cy="1905101"/>
              </a:xfrm>
              <a:prstGeom prst="rect">
                <a:avLst/>
              </a:prstGeom>
              <a:noFill/>
              <a:ln>
                <a:noFill/>
              </a:ln>
            </p:spPr>
          </p:pic>
          <p:pic>
            <p:nvPicPr>
              <p:cNvPr id="213" name="Google Shape;213;p36"/>
              <p:cNvPicPr preferRelativeResize="0"/>
              <p:nvPr/>
            </p:nvPicPr>
            <p:blipFill rotWithShape="1">
              <a:blip r:embed="rId6">
                <a:alphaModFix/>
              </a:blip>
              <a:srcRect b="0" l="0" r="0" t="0"/>
              <a:stretch/>
            </p:blipFill>
            <p:spPr>
              <a:xfrm>
                <a:off x="609061" y="1616212"/>
                <a:ext cx="1857657" cy="1873268"/>
              </a:xfrm>
              <a:prstGeom prst="rect">
                <a:avLst/>
              </a:prstGeom>
              <a:noFill/>
              <a:ln>
                <a:noFill/>
              </a:ln>
            </p:spPr>
          </p:pic>
          <p:pic>
            <p:nvPicPr>
              <p:cNvPr id="214" name="Google Shape;214;p36"/>
              <p:cNvPicPr preferRelativeResize="0"/>
              <p:nvPr/>
            </p:nvPicPr>
            <p:blipFill rotWithShape="1">
              <a:blip r:embed="rId7">
                <a:alphaModFix/>
              </a:blip>
              <a:srcRect b="6898" l="9115" r="0" t="19240"/>
              <a:stretch/>
            </p:blipFill>
            <p:spPr>
              <a:xfrm>
                <a:off x="2555776" y="3840770"/>
                <a:ext cx="2416202" cy="1878081"/>
              </a:xfrm>
              <a:prstGeom prst="rect">
                <a:avLst/>
              </a:prstGeom>
              <a:noFill/>
              <a:ln>
                <a:noFill/>
              </a:ln>
            </p:spPr>
          </p:pic>
          <p:pic>
            <p:nvPicPr>
              <p:cNvPr id="215" name="Google Shape;215;p36"/>
              <p:cNvPicPr preferRelativeResize="0"/>
              <p:nvPr/>
            </p:nvPicPr>
            <p:blipFill rotWithShape="1">
              <a:blip r:embed="rId8">
                <a:alphaModFix/>
              </a:blip>
              <a:srcRect b="6057" l="11902" r="0" t="19248"/>
              <a:stretch/>
            </p:blipFill>
            <p:spPr>
              <a:xfrm>
                <a:off x="2555776" y="1603229"/>
                <a:ext cx="2461085" cy="1886250"/>
              </a:xfrm>
              <a:prstGeom prst="rect">
                <a:avLst/>
              </a:prstGeom>
              <a:noFill/>
              <a:ln>
                <a:noFill/>
              </a:ln>
            </p:spPr>
          </p:pic>
          <p:grpSp>
            <p:nvGrpSpPr>
              <p:cNvPr id="216" name="Google Shape;216;p36"/>
              <p:cNvGrpSpPr/>
              <p:nvPr/>
            </p:nvGrpSpPr>
            <p:grpSpPr>
              <a:xfrm>
                <a:off x="1187624" y="1616292"/>
                <a:ext cx="1368035" cy="1820170"/>
                <a:chOff x="1187624" y="1320898"/>
                <a:chExt cx="1368035" cy="1820170"/>
              </a:xfrm>
            </p:grpSpPr>
            <p:sp>
              <p:nvSpPr>
                <p:cNvPr id="217" name="Google Shape;217;p36"/>
                <p:cNvSpPr/>
                <p:nvPr/>
              </p:nvSpPr>
              <p:spPr>
                <a:xfrm>
                  <a:off x="1187624" y="2196033"/>
                  <a:ext cx="432000" cy="432000"/>
                </a:xfrm>
                <a:prstGeom prst="ellipse">
                  <a:avLst/>
                </a:prstGeom>
                <a:noFill/>
                <a:ln cap="flat" cmpd="sng" w="25400">
                  <a:solidFill>
                    <a:srgbClr val="7030A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218" name="Google Shape;218;p36"/>
                <p:cNvCxnSpPr>
                  <a:stCxn id="217" idx="7"/>
                </p:cNvCxnSpPr>
                <p:nvPr/>
              </p:nvCxnSpPr>
              <p:spPr>
                <a:xfrm flipH="1" rot="10800000">
                  <a:off x="1556359" y="1320898"/>
                  <a:ext cx="999300" cy="938400"/>
                </a:xfrm>
                <a:prstGeom prst="straightConnector1">
                  <a:avLst/>
                </a:prstGeom>
                <a:noFill/>
                <a:ln cap="flat" cmpd="sng" w="28575">
                  <a:solidFill>
                    <a:srgbClr val="7030A0"/>
                  </a:solidFill>
                  <a:prstDash val="solid"/>
                  <a:round/>
                  <a:headEnd len="sm" w="sm" type="none"/>
                  <a:tailEnd len="sm" w="sm" type="none"/>
                </a:ln>
              </p:spPr>
            </p:cxnSp>
            <p:cxnSp>
              <p:nvCxnSpPr>
                <p:cNvPr id="219" name="Google Shape;219;p36"/>
                <p:cNvCxnSpPr>
                  <a:stCxn id="217" idx="5"/>
                </p:cNvCxnSpPr>
                <p:nvPr/>
              </p:nvCxnSpPr>
              <p:spPr>
                <a:xfrm>
                  <a:off x="1556359" y="2564768"/>
                  <a:ext cx="999300" cy="576300"/>
                </a:xfrm>
                <a:prstGeom prst="straightConnector1">
                  <a:avLst/>
                </a:prstGeom>
                <a:noFill/>
                <a:ln cap="flat" cmpd="sng" w="28575">
                  <a:solidFill>
                    <a:srgbClr val="7030A0"/>
                  </a:solidFill>
                  <a:prstDash val="solid"/>
                  <a:round/>
                  <a:headEnd len="sm" w="sm" type="none"/>
                  <a:tailEnd len="sm" w="sm" type="none"/>
                </a:ln>
              </p:spPr>
            </p:cxnSp>
          </p:grpSp>
          <p:grpSp>
            <p:nvGrpSpPr>
              <p:cNvPr id="220" name="Google Shape;220;p36"/>
              <p:cNvGrpSpPr/>
              <p:nvPr/>
            </p:nvGrpSpPr>
            <p:grpSpPr>
              <a:xfrm>
                <a:off x="919711" y="3868448"/>
                <a:ext cx="1676435" cy="1831570"/>
                <a:chOff x="919711" y="3573054"/>
                <a:chExt cx="1676435" cy="1831570"/>
              </a:xfrm>
            </p:grpSpPr>
            <p:sp>
              <p:nvSpPr>
                <p:cNvPr id="221" name="Google Shape;221;p36"/>
                <p:cNvSpPr/>
                <p:nvPr/>
              </p:nvSpPr>
              <p:spPr>
                <a:xfrm>
                  <a:off x="919711" y="4089389"/>
                  <a:ext cx="432000" cy="432000"/>
                </a:xfrm>
                <a:prstGeom prst="ellipse">
                  <a:avLst/>
                </a:prstGeom>
                <a:noFill/>
                <a:ln cap="flat" cmpd="sng" w="25400">
                  <a:solidFill>
                    <a:srgbClr val="7030A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cxnSp>
              <p:nvCxnSpPr>
                <p:cNvPr id="222" name="Google Shape;222;p36"/>
                <p:cNvCxnSpPr>
                  <a:stCxn id="221" idx="7"/>
                </p:cNvCxnSpPr>
                <p:nvPr/>
              </p:nvCxnSpPr>
              <p:spPr>
                <a:xfrm flipH="1" rot="10800000">
                  <a:off x="1288446" y="3573054"/>
                  <a:ext cx="1277400" cy="579600"/>
                </a:xfrm>
                <a:prstGeom prst="straightConnector1">
                  <a:avLst/>
                </a:prstGeom>
                <a:noFill/>
                <a:ln cap="flat" cmpd="sng" w="28575">
                  <a:solidFill>
                    <a:srgbClr val="7030A0"/>
                  </a:solidFill>
                  <a:prstDash val="solid"/>
                  <a:round/>
                  <a:headEnd len="sm" w="sm" type="none"/>
                  <a:tailEnd len="sm" w="sm" type="none"/>
                </a:ln>
              </p:spPr>
            </p:cxnSp>
            <p:cxnSp>
              <p:nvCxnSpPr>
                <p:cNvPr id="223" name="Google Shape;223;p36"/>
                <p:cNvCxnSpPr>
                  <a:stCxn id="221" idx="5"/>
                </p:cNvCxnSpPr>
                <p:nvPr/>
              </p:nvCxnSpPr>
              <p:spPr>
                <a:xfrm>
                  <a:off x="1288446" y="4458124"/>
                  <a:ext cx="1307700" cy="946500"/>
                </a:xfrm>
                <a:prstGeom prst="straightConnector1">
                  <a:avLst/>
                </a:prstGeom>
                <a:noFill/>
                <a:ln cap="flat" cmpd="sng" w="28575">
                  <a:solidFill>
                    <a:srgbClr val="7030A0"/>
                  </a:solidFill>
                  <a:prstDash val="solid"/>
                  <a:round/>
                  <a:headEnd len="sm" w="sm" type="none"/>
                  <a:tailEnd len="sm" w="sm" type="none"/>
                </a:ln>
              </p:spPr>
            </p:cxnSp>
          </p:grpSp>
        </p:grpSp>
        <p:grpSp>
          <p:nvGrpSpPr>
            <p:cNvPr id="224" name="Google Shape;224;p36"/>
            <p:cNvGrpSpPr/>
            <p:nvPr/>
          </p:nvGrpSpPr>
          <p:grpSpPr>
            <a:xfrm>
              <a:off x="2844576" y="1454490"/>
              <a:ext cx="1440300" cy="2279517"/>
              <a:chOff x="2844576" y="1159096"/>
              <a:chExt cx="1440300" cy="2279517"/>
            </a:xfrm>
          </p:grpSpPr>
          <p:sp>
            <p:nvSpPr>
              <p:cNvPr id="225" name="Google Shape;225;p36"/>
              <p:cNvSpPr txBox="1"/>
              <p:nvPr/>
            </p:nvSpPr>
            <p:spPr>
              <a:xfrm>
                <a:off x="2844576" y="2955313"/>
                <a:ext cx="1440300" cy="483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 sz="1100">
                    <a:solidFill>
                      <a:srgbClr val="FF0066"/>
                    </a:solidFill>
                    <a:latin typeface="Calibri"/>
                    <a:ea typeface="Calibri"/>
                    <a:cs typeface="Calibri"/>
                    <a:sym typeface="Calibri"/>
                  </a:rPr>
                  <a:t>Compact</a:t>
                </a:r>
                <a:endParaRPr sz="1100"/>
              </a:p>
              <a:p>
                <a:pPr indent="0" lvl="0" marL="0" marR="0" rtl="0" algn="r">
                  <a:spcBef>
                    <a:spcPts val="0"/>
                  </a:spcBef>
                  <a:spcAft>
                    <a:spcPts val="0"/>
                  </a:spcAft>
                  <a:buNone/>
                </a:pPr>
                <a:r>
                  <a:rPr b="1" lang="en" sz="1100">
                    <a:solidFill>
                      <a:srgbClr val="FF0066"/>
                    </a:solidFill>
                    <a:latin typeface="Calibri"/>
                    <a:ea typeface="Calibri"/>
                    <a:cs typeface="Calibri"/>
                    <a:sym typeface="Calibri"/>
                  </a:rPr>
                  <a:t>Large, spread</a:t>
                </a:r>
                <a:endParaRPr sz="1100"/>
              </a:p>
            </p:txBody>
          </p:sp>
          <p:sp>
            <p:nvSpPr>
              <p:cNvPr id="226" name="Google Shape;226;p36"/>
              <p:cNvSpPr txBox="1"/>
              <p:nvPr/>
            </p:nvSpPr>
            <p:spPr>
              <a:xfrm>
                <a:off x="2942966" y="1159096"/>
                <a:ext cx="1341900" cy="4833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lang="en" sz="1100">
                    <a:solidFill>
                      <a:srgbClr val="FF0066"/>
                    </a:solidFill>
                    <a:latin typeface="Calibri"/>
                    <a:ea typeface="Calibri"/>
                    <a:cs typeface="Calibri"/>
                    <a:sym typeface="Calibri"/>
                  </a:rPr>
                  <a:t>Dispersed</a:t>
                </a:r>
                <a:endParaRPr sz="900"/>
              </a:p>
              <a:p>
                <a:pPr indent="0" lvl="0" marL="0" marR="0" rtl="0" algn="r">
                  <a:spcBef>
                    <a:spcPts val="0"/>
                  </a:spcBef>
                  <a:spcAft>
                    <a:spcPts val="0"/>
                  </a:spcAft>
                  <a:buNone/>
                </a:pPr>
                <a:r>
                  <a:rPr b="1" lang="en" sz="1100">
                    <a:solidFill>
                      <a:srgbClr val="FF0066"/>
                    </a:solidFill>
                    <a:latin typeface="Calibri"/>
                    <a:ea typeface="Calibri"/>
                    <a:cs typeface="Calibri"/>
                    <a:sym typeface="Calibri"/>
                  </a:rPr>
                  <a:t>Fibroblastoid</a:t>
                </a:r>
                <a:endParaRPr b="1" sz="1100">
                  <a:solidFill>
                    <a:srgbClr val="FF0066"/>
                  </a:solidFill>
                  <a:latin typeface="Calibri"/>
                  <a:ea typeface="Calibri"/>
                  <a:cs typeface="Calibri"/>
                  <a:sym typeface="Calibri"/>
                </a:endParaRPr>
              </a:p>
            </p:txBody>
          </p:sp>
        </p:grpSp>
      </p:grpSp>
      <p:sp>
        <p:nvSpPr>
          <p:cNvPr id="227" name="Google Shape;227;p36"/>
          <p:cNvSpPr txBox="1"/>
          <p:nvPr>
            <p:ph type="title"/>
          </p:nvPr>
        </p:nvSpPr>
        <p:spPr>
          <a:xfrm>
            <a:off x="457200" y="-14047"/>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2500"/>
              <a:t>MSC clones vary in their shape and movement</a:t>
            </a:r>
            <a:endParaRPr b="0" sz="2500"/>
          </a:p>
        </p:txBody>
      </p:sp>
      <p:sp>
        <p:nvSpPr>
          <p:cNvPr id="228" name="Google Shape;228;p36"/>
          <p:cNvSpPr txBox="1"/>
          <p:nvPr/>
        </p:nvSpPr>
        <p:spPr>
          <a:xfrm>
            <a:off x="762000" y="4391425"/>
            <a:ext cx="8229600" cy="36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3000">
              <a:solidFill>
                <a:schemeClr val="dk1"/>
              </a:solidFill>
            </a:endParaRPr>
          </a:p>
        </p:txBody>
      </p:sp>
      <p:sp>
        <p:nvSpPr>
          <p:cNvPr id="229" name="Google Shape;229;p36"/>
          <p:cNvSpPr txBox="1"/>
          <p:nvPr/>
        </p:nvSpPr>
        <p:spPr>
          <a:xfrm>
            <a:off x="221550" y="4391425"/>
            <a:ext cx="87009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dk1"/>
                </a:solidFill>
              </a:rPr>
              <a:t>Research Question: Can cell shape and movement predict the capacity of an MSC to differentiate (potency)?</a:t>
            </a:r>
            <a:endParaRPr sz="18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7"/>
          <p:cNvSpPr txBox="1"/>
          <p:nvPr>
            <p:ph type="title"/>
          </p:nvPr>
        </p:nvSpPr>
        <p:spPr>
          <a:xfrm>
            <a:off x="457200" y="-22622"/>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3200"/>
              <a:t>How the data sets were collected</a:t>
            </a:r>
            <a:endParaRPr b="0" sz="3200"/>
          </a:p>
        </p:txBody>
      </p:sp>
      <p:sp>
        <p:nvSpPr>
          <p:cNvPr id="235" name="Google Shape;235;p37"/>
          <p:cNvSpPr txBox="1"/>
          <p:nvPr>
            <p:ph idx="1" type="body"/>
          </p:nvPr>
        </p:nvSpPr>
        <p:spPr>
          <a:xfrm>
            <a:off x="4619500" y="893475"/>
            <a:ext cx="3994500" cy="3182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sz="1800"/>
              <a:t>Clone A and B seeded at clonal density (single isolated cells)</a:t>
            </a:r>
            <a:endParaRPr sz="1800"/>
          </a:p>
          <a:p>
            <a:pPr indent="-342900" lvl="0" marL="457200" rtl="0" algn="l">
              <a:spcBef>
                <a:spcPts val="1000"/>
              </a:spcBef>
              <a:spcAft>
                <a:spcPts val="0"/>
              </a:spcAft>
              <a:buSzPts val="1800"/>
              <a:buAutoNum type="arabicPeriod"/>
            </a:pPr>
            <a:r>
              <a:rPr lang="en" sz="1800"/>
              <a:t>Two days later the cells were transferred to the LiveCyte microscope and regions of interest (ROI) selected that contained small colonies (1900 um</a:t>
            </a:r>
            <a:r>
              <a:rPr baseline="30000" lang="en" sz="1800"/>
              <a:t>2</a:t>
            </a:r>
            <a:r>
              <a:rPr lang="en" sz="1800"/>
              <a:t>)</a:t>
            </a:r>
            <a:endParaRPr sz="1800"/>
          </a:p>
          <a:p>
            <a:pPr indent="-342900" lvl="0" marL="457200" rtl="0" algn="l">
              <a:spcBef>
                <a:spcPts val="1000"/>
              </a:spcBef>
              <a:spcAft>
                <a:spcPts val="0"/>
              </a:spcAft>
              <a:buSzPts val="1800"/>
              <a:buAutoNum type="arabicPeriod"/>
            </a:pPr>
            <a:r>
              <a:rPr lang="en" sz="1800"/>
              <a:t>An image was taken of each ROI every 23 minutes for 4 days </a:t>
            </a:r>
            <a:endParaRPr sz="1800"/>
          </a:p>
          <a:p>
            <a:pPr indent="-342900" lvl="0" marL="457200" rtl="0" algn="l">
              <a:spcBef>
                <a:spcPts val="1000"/>
              </a:spcBef>
              <a:spcAft>
                <a:spcPts val="0"/>
              </a:spcAft>
              <a:buSzPts val="1800"/>
              <a:buAutoNum type="arabicPeriod"/>
            </a:pPr>
            <a:r>
              <a:rPr lang="en" sz="1800"/>
              <a:t>Livecyte software uses diffraction patterns to build an image stack for ROI  </a:t>
            </a:r>
            <a:endParaRPr sz="1800"/>
          </a:p>
          <a:p>
            <a:pPr indent="0" lvl="0" marL="0" rtl="0" algn="l">
              <a:spcBef>
                <a:spcPts val="0"/>
              </a:spcBef>
              <a:spcAft>
                <a:spcPts val="0"/>
              </a:spcAft>
              <a:buNone/>
            </a:pPr>
            <a:r>
              <a:t/>
            </a:r>
            <a:endParaRPr sz="1800"/>
          </a:p>
        </p:txBody>
      </p:sp>
      <p:pic>
        <p:nvPicPr>
          <p:cNvPr id="236" name="Google Shape;236;p37"/>
          <p:cNvPicPr preferRelativeResize="0"/>
          <p:nvPr/>
        </p:nvPicPr>
        <p:blipFill rotWithShape="1">
          <a:blip r:embed="rId3">
            <a:alphaModFix/>
          </a:blip>
          <a:srcRect b="5820" l="0" r="11715" t="0"/>
          <a:stretch/>
        </p:blipFill>
        <p:spPr>
          <a:xfrm>
            <a:off x="396750" y="1360125"/>
            <a:ext cx="3943750" cy="2944151"/>
          </a:xfrm>
          <a:prstGeom prst="rect">
            <a:avLst/>
          </a:prstGeom>
          <a:noFill/>
          <a:ln>
            <a:noFill/>
          </a:ln>
        </p:spPr>
      </p:pic>
      <p:grpSp>
        <p:nvGrpSpPr>
          <p:cNvPr id="237" name="Google Shape;237;p37"/>
          <p:cNvGrpSpPr/>
          <p:nvPr/>
        </p:nvGrpSpPr>
        <p:grpSpPr>
          <a:xfrm>
            <a:off x="1286150" y="2337975"/>
            <a:ext cx="2577100" cy="456525"/>
            <a:chOff x="1286150" y="2337975"/>
            <a:chExt cx="2577100" cy="456525"/>
          </a:xfrm>
        </p:grpSpPr>
        <p:sp>
          <p:nvSpPr>
            <p:cNvPr id="238" name="Google Shape;238;p37"/>
            <p:cNvSpPr/>
            <p:nvPr/>
          </p:nvSpPr>
          <p:spPr>
            <a:xfrm>
              <a:off x="1286150" y="2501400"/>
              <a:ext cx="293100" cy="293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37"/>
            <p:cNvSpPr/>
            <p:nvPr/>
          </p:nvSpPr>
          <p:spPr>
            <a:xfrm>
              <a:off x="2428150" y="2425200"/>
              <a:ext cx="293100" cy="293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37"/>
            <p:cNvSpPr/>
            <p:nvPr/>
          </p:nvSpPr>
          <p:spPr>
            <a:xfrm>
              <a:off x="3570150" y="2337975"/>
              <a:ext cx="293100" cy="293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41" name="Google Shape;241;p37"/>
          <p:cNvGrpSpPr/>
          <p:nvPr/>
        </p:nvGrpSpPr>
        <p:grpSpPr>
          <a:xfrm>
            <a:off x="1450125" y="3037700"/>
            <a:ext cx="2308288" cy="763775"/>
            <a:chOff x="1450125" y="3037700"/>
            <a:chExt cx="2308288" cy="763775"/>
          </a:xfrm>
        </p:grpSpPr>
        <p:sp>
          <p:nvSpPr>
            <p:cNvPr id="242" name="Google Shape;242;p37"/>
            <p:cNvSpPr/>
            <p:nvPr/>
          </p:nvSpPr>
          <p:spPr>
            <a:xfrm>
              <a:off x="1450125" y="3508375"/>
              <a:ext cx="293100" cy="293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37"/>
            <p:cNvSpPr/>
            <p:nvPr/>
          </p:nvSpPr>
          <p:spPr>
            <a:xfrm>
              <a:off x="2311125" y="3037700"/>
              <a:ext cx="293100" cy="293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37"/>
            <p:cNvSpPr/>
            <p:nvPr/>
          </p:nvSpPr>
          <p:spPr>
            <a:xfrm>
              <a:off x="3465313" y="3177875"/>
              <a:ext cx="293100" cy="2451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8"/>
          <p:cNvSpPr txBox="1"/>
          <p:nvPr>
            <p:ph type="title"/>
          </p:nvPr>
        </p:nvSpPr>
        <p:spPr>
          <a:xfrm>
            <a:off x="222625" y="-45400"/>
            <a:ext cx="88371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3200"/>
              <a:t>Quantitative Live Cell Imaging - LiveCyte</a:t>
            </a:r>
            <a:endParaRPr b="0" sz="3200"/>
          </a:p>
        </p:txBody>
      </p:sp>
      <p:sp>
        <p:nvSpPr>
          <p:cNvPr id="250" name="Google Shape;250;p38"/>
          <p:cNvSpPr txBox="1"/>
          <p:nvPr>
            <p:ph idx="1" type="body"/>
          </p:nvPr>
        </p:nvSpPr>
        <p:spPr>
          <a:xfrm>
            <a:off x="4018775" y="939450"/>
            <a:ext cx="4888500" cy="1479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Font typeface="Calibri"/>
              <a:buChar char="●"/>
            </a:pPr>
            <a:r>
              <a:rPr lang="en" sz="1800">
                <a:latin typeface="Calibri"/>
                <a:ea typeface="Calibri"/>
                <a:cs typeface="Calibri"/>
                <a:sym typeface="Calibri"/>
              </a:rPr>
              <a:t>Creates images through Quantitative Phase Imaging – where the refractive index and thickness variations in cells causes a phase delay in the light</a:t>
            </a:r>
            <a:endParaRPr sz="1400"/>
          </a:p>
          <a:p>
            <a:pPr indent="-342900" lvl="0" marL="457200" rtl="0" algn="l">
              <a:spcBef>
                <a:spcPts val="1000"/>
              </a:spcBef>
              <a:spcAft>
                <a:spcPts val="0"/>
              </a:spcAft>
              <a:buSzPts val="1800"/>
              <a:buFont typeface="Calibri"/>
              <a:buChar char="●"/>
            </a:pPr>
            <a:r>
              <a:rPr lang="en" sz="1800">
                <a:latin typeface="Calibri"/>
                <a:ea typeface="Calibri"/>
                <a:cs typeface="Calibri"/>
                <a:sym typeface="Calibri"/>
              </a:rPr>
              <a:t>Diffraction patterns are processed in PF algorithm to create images </a:t>
            </a:r>
            <a:endParaRPr sz="1400"/>
          </a:p>
          <a:p>
            <a:pPr indent="0" lvl="0" marL="457200" rtl="0" algn="l">
              <a:spcBef>
                <a:spcPts val="1000"/>
              </a:spcBef>
              <a:spcAft>
                <a:spcPts val="0"/>
              </a:spcAft>
              <a:buNone/>
            </a:pPr>
            <a:r>
              <a:t/>
            </a:r>
            <a:endParaRPr sz="1800">
              <a:latin typeface="Calibri"/>
              <a:ea typeface="Calibri"/>
              <a:cs typeface="Calibri"/>
              <a:sym typeface="Calibri"/>
            </a:endParaRPr>
          </a:p>
          <a:p>
            <a:pPr indent="0" lvl="0" marL="0" rtl="0" algn="l">
              <a:spcBef>
                <a:spcPts val="0"/>
              </a:spcBef>
              <a:spcAft>
                <a:spcPts val="0"/>
              </a:spcAft>
              <a:buNone/>
            </a:pPr>
            <a:r>
              <a:t/>
            </a:r>
            <a:endParaRPr/>
          </a:p>
        </p:txBody>
      </p:sp>
      <p:pic>
        <p:nvPicPr>
          <p:cNvPr descr="The Phasefocus Virtual Lens® (http://www.phasefocus.com) is a novel method for high fidelity quantitative imaging and microscopy.  It is known in the scientific literature as &quot;ptychography&quot;.  It works equally well in transmitted light and reflected light applications and, given suitable illumination sources and detectors, it can operate using any wavelength in the electromagnetic spectrum, as well electron and other particle waves and even sound waves.&#10;&#10;No focussing devices are required, so the Phasefocus Virtual Lens is an inherently 'lensless' imaging method.  There are therefore no associated lens-related aberrations or limitations.  However, the method can also be integrated with conventional microscopes that already possess a variety of lenses, and these can be used to provide optical or geometric flexibility, or for conventional imaging." id="251" name="Google Shape;251;p38" title="Phasefocus Virtual Lens">
            <a:hlinkClick r:id="rId3"/>
          </p:cNvPr>
          <p:cNvPicPr preferRelativeResize="0"/>
          <p:nvPr/>
        </p:nvPicPr>
        <p:blipFill>
          <a:blip r:embed="rId4">
            <a:alphaModFix/>
          </a:blip>
          <a:stretch>
            <a:fillRect/>
          </a:stretch>
        </p:blipFill>
        <p:spPr>
          <a:xfrm>
            <a:off x="4800551" y="2973025"/>
            <a:ext cx="3214725" cy="1808300"/>
          </a:xfrm>
          <a:prstGeom prst="rect">
            <a:avLst/>
          </a:prstGeom>
          <a:noFill/>
          <a:ln>
            <a:noFill/>
          </a:ln>
        </p:spPr>
      </p:pic>
      <p:pic>
        <p:nvPicPr>
          <p:cNvPr id="252" name="Google Shape;252;p38"/>
          <p:cNvPicPr preferRelativeResize="0"/>
          <p:nvPr/>
        </p:nvPicPr>
        <p:blipFill>
          <a:blip r:embed="rId5">
            <a:alphaModFix/>
          </a:blip>
          <a:stretch>
            <a:fillRect/>
          </a:stretch>
        </p:blipFill>
        <p:spPr>
          <a:xfrm>
            <a:off x="625109" y="1150425"/>
            <a:ext cx="3144142" cy="35913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9"/>
          <p:cNvSpPr txBox="1"/>
          <p:nvPr>
            <p:ph type="title"/>
          </p:nvPr>
        </p:nvSpPr>
        <p:spPr>
          <a:xfrm>
            <a:off x="457200" y="535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3200"/>
              <a:t>Preliminary analysis of data sets</a:t>
            </a:r>
            <a:endParaRPr b="0" sz="3200"/>
          </a:p>
        </p:txBody>
      </p:sp>
      <p:pic>
        <p:nvPicPr>
          <p:cNvPr id="258" name="Google Shape;258;p39"/>
          <p:cNvPicPr preferRelativeResize="0"/>
          <p:nvPr/>
        </p:nvPicPr>
        <p:blipFill>
          <a:blip r:embed="rId3">
            <a:alphaModFix/>
          </a:blip>
          <a:stretch>
            <a:fillRect/>
          </a:stretch>
        </p:blipFill>
        <p:spPr>
          <a:xfrm>
            <a:off x="174475" y="1362975"/>
            <a:ext cx="1857600" cy="1884193"/>
          </a:xfrm>
          <a:prstGeom prst="rect">
            <a:avLst/>
          </a:prstGeom>
          <a:noFill/>
          <a:ln>
            <a:noFill/>
          </a:ln>
        </p:spPr>
      </p:pic>
      <p:sp>
        <p:nvSpPr>
          <p:cNvPr id="259" name="Google Shape;259;p39"/>
          <p:cNvSpPr txBox="1"/>
          <p:nvPr/>
        </p:nvSpPr>
        <p:spPr>
          <a:xfrm>
            <a:off x="174475" y="3268106"/>
            <a:ext cx="1857600" cy="27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dk1"/>
                </a:solidFill>
              </a:rPr>
              <a:t>Identify individual cells</a:t>
            </a:r>
            <a:endParaRPr sz="1700">
              <a:solidFill>
                <a:schemeClr val="dk1"/>
              </a:solidFill>
            </a:endParaRPr>
          </a:p>
        </p:txBody>
      </p:sp>
      <p:grpSp>
        <p:nvGrpSpPr>
          <p:cNvPr id="260" name="Google Shape;260;p39"/>
          <p:cNvGrpSpPr/>
          <p:nvPr/>
        </p:nvGrpSpPr>
        <p:grpSpPr>
          <a:xfrm>
            <a:off x="1928300" y="1362975"/>
            <a:ext cx="2006750" cy="2176931"/>
            <a:chOff x="1928300" y="1362975"/>
            <a:chExt cx="2006750" cy="2176931"/>
          </a:xfrm>
        </p:grpSpPr>
        <p:pic>
          <p:nvPicPr>
            <p:cNvPr id="261" name="Google Shape;261;p39"/>
            <p:cNvPicPr preferRelativeResize="0"/>
            <p:nvPr/>
          </p:nvPicPr>
          <p:blipFill>
            <a:blip r:embed="rId4">
              <a:alphaModFix/>
            </a:blip>
            <a:stretch>
              <a:fillRect/>
            </a:stretch>
          </p:blipFill>
          <p:spPr>
            <a:xfrm>
              <a:off x="2077450" y="1362975"/>
              <a:ext cx="1857600" cy="1872022"/>
            </a:xfrm>
            <a:prstGeom prst="rect">
              <a:avLst/>
            </a:prstGeom>
            <a:noFill/>
            <a:ln>
              <a:noFill/>
            </a:ln>
          </p:spPr>
        </p:pic>
        <p:sp>
          <p:nvSpPr>
            <p:cNvPr id="262" name="Google Shape;262;p39"/>
            <p:cNvSpPr/>
            <p:nvPr/>
          </p:nvSpPr>
          <p:spPr>
            <a:xfrm>
              <a:off x="1928300" y="2215250"/>
              <a:ext cx="305700" cy="271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39"/>
            <p:cNvSpPr txBox="1"/>
            <p:nvPr/>
          </p:nvSpPr>
          <p:spPr>
            <a:xfrm>
              <a:off x="2077450" y="3268106"/>
              <a:ext cx="1857600" cy="27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dk1"/>
                  </a:solidFill>
                </a:rPr>
                <a:t>Distinguish cells from background</a:t>
              </a:r>
              <a:endParaRPr sz="1700">
                <a:solidFill>
                  <a:schemeClr val="dk1"/>
                </a:solidFill>
              </a:endParaRPr>
            </a:p>
          </p:txBody>
        </p:sp>
      </p:grpSp>
      <p:grpSp>
        <p:nvGrpSpPr>
          <p:cNvPr id="264" name="Google Shape;264;p39"/>
          <p:cNvGrpSpPr/>
          <p:nvPr/>
        </p:nvGrpSpPr>
        <p:grpSpPr>
          <a:xfrm>
            <a:off x="4795425" y="306000"/>
            <a:ext cx="4229247" cy="4696050"/>
            <a:chOff x="4795425" y="306000"/>
            <a:chExt cx="4229247" cy="4696050"/>
          </a:xfrm>
        </p:grpSpPr>
        <p:pic>
          <p:nvPicPr>
            <p:cNvPr id="265" name="Google Shape;265;p39"/>
            <p:cNvPicPr preferRelativeResize="0"/>
            <p:nvPr/>
          </p:nvPicPr>
          <p:blipFill rotWithShape="1">
            <a:blip r:embed="rId5">
              <a:alphaModFix/>
            </a:blip>
            <a:srcRect b="0" l="40273" r="0" t="0"/>
            <a:stretch/>
          </p:blipFill>
          <p:spPr>
            <a:xfrm>
              <a:off x="6281447" y="2156925"/>
              <a:ext cx="2743225" cy="2845125"/>
            </a:xfrm>
            <a:prstGeom prst="rect">
              <a:avLst/>
            </a:prstGeom>
            <a:noFill/>
            <a:ln>
              <a:noFill/>
            </a:ln>
          </p:spPr>
        </p:pic>
        <p:pic>
          <p:nvPicPr>
            <p:cNvPr id="266" name="Google Shape;266;p39"/>
            <p:cNvPicPr preferRelativeResize="0"/>
            <p:nvPr/>
          </p:nvPicPr>
          <p:blipFill rotWithShape="1">
            <a:blip r:embed="rId5">
              <a:alphaModFix/>
            </a:blip>
            <a:srcRect b="0" l="0" r="62819" t="33087"/>
            <a:stretch/>
          </p:blipFill>
          <p:spPr>
            <a:xfrm>
              <a:off x="6677525" y="306000"/>
              <a:ext cx="1939826" cy="2162551"/>
            </a:xfrm>
            <a:prstGeom prst="rect">
              <a:avLst/>
            </a:prstGeom>
            <a:noFill/>
            <a:ln>
              <a:noFill/>
            </a:ln>
          </p:spPr>
        </p:pic>
        <p:sp>
          <p:nvSpPr>
            <p:cNvPr id="267" name="Google Shape;267;p39"/>
            <p:cNvSpPr txBox="1"/>
            <p:nvPr/>
          </p:nvSpPr>
          <p:spPr>
            <a:xfrm>
              <a:off x="4795425" y="4356050"/>
              <a:ext cx="1404900" cy="41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rPr>
                <a:t>Remove cell </a:t>
              </a:r>
              <a:r>
                <a:rPr lang="en" sz="1700">
                  <a:solidFill>
                    <a:schemeClr val="dk1"/>
                  </a:solidFill>
                </a:rPr>
                <a:t>aggregates</a:t>
              </a:r>
              <a:endParaRPr sz="1700">
                <a:solidFill>
                  <a:schemeClr val="dk1"/>
                </a:solidFill>
              </a:endParaRPr>
            </a:p>
          </p:txBody>
        </p:sp>
      </p:grpSp>
      <p:grpSp>
        <p:nvGrpSpPr>
          <p:cNvPr id="268" name="Google Shape;268;p39"/>
          <p:cNvGrpSpPr/>
          <p:nvPr/>
        </p:nvGrpSpPr>
        <p:grpSpPr>
          <a:xfrm>
            <a:off x="3846425" y="1370675"/>
            <a:ext cx="2018950" cy="2169232"/>
            <a:chOff x="3846425" y="1370675"/>
            <a:chExt cx="2018950" cy="2169232"/>
          </a:xfrm>
        </p:grpSpPr>
        <p:pic>
          <p:nvPicPr>
            <p:cNvPr id="269" name="Google Shape;269;p39"/>
            <p:cNvPicPr preferRelativeResize="0"/>
            <p:nvPr/>
          </p:nvPicPr>
          <p:blipFill>
            <a:blip r:embed="rId6">
              <a:alphaModFix/>
            </a:blip>
            <a:stretch>
              <a:fillRect/>
            </a:stretch>
          </p:blipFill>
          <p:spPr>
            <a:xfrm>
              <a:off x="4007775" y="1370675"/>
              <a:ext cx="1857600" cy="1869606"/>
            </a:xfrm>
            <a:prstGeom prst="rect">
              <a:avLst/>
            </a:prstGeom>
            <a:noFill/>
            <a:ln>
              <a:noFill/>
            </a:ln>
          </p:spPr>
        </p:pic>
        <p:sp>
          <p:nvSpPr>
            <p:cNvPr id="270" name="Google Shape;270;p39"/>
            <p:cNvSpPr txBox="1"/>
            <p:nvPr/>
          </p:nvSpPr>
          <p:spPr>
            <a:xfrm>
              <a:off x="4007775" y="3268106"/>
              <a:ext cx="1857600" cy="27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dk1"/>
                  </a:solidFill>
                </a:rPr>
                <a:t>Segment individual cells </a:t>
              </a:r>
              <a:endParaRPr sz="1700">
                <a:solidFill>
                  <a:schemeClr val="dk1"/>
                </a:solidFill>
              </a:endParaRPr>
            </a:p>
          </p:txBody>
        </p:sp>
        <p:sp>
          <p:nvSpPr>
            <p:cNvPr id="271" name="Google Shape;271;p39"/>
            <p:cNvSpPr/>
            <p:nvPr/>
          </p:nvSpPr>
          <p:spPr>
            <a:xfrm>
              <a:off x="3846425" y="2215250"/>
              <a:ext cx="305700" cy="271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0"/>
          <p:cNvSpPr txBox="1"/>
          <p:nvPr/>
        </p:nvSpPr>
        <p:spPr>
          <a:xfrm>
            <a:off x="4349525" y="1000500"/>
            <a:ext cx="2309700" cy="3590700"/>
          </a:xfrm>
          <a:prstGeom prst="rect">
            <a:avLst/>
          </a:prstGeom>
          <a:solidFill>
            <a:srgbClr val="C9DAF8"/>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Q</a:t>
            </a:r>
            <a:r>
              <a:rPr lang="en" sz="1600">
                <a:solidFill>
                  <a:schemeClr val="dk1"/>
                </a:solidFill>
              </a:rPr>
              <a:t>uantitative analysis of </a:t>
            </a:r>
            <a:r>
              <a:rPr b="1" lang="en" sz="1600">
                <a:solidFill>
                  <a:schemeClr val="dk1"/>
                </a:solidFill>
              </a:rPr>
              <a:t>cell morphology</a:t>
            </a:r>
            <a:r>
              <a:rPr lang="en" sz="1600">
                <a:solidFill>
                  <a:schemeClr val="dk1"/>
                </a:solidFill>
              </a:rPr>
              <a:t> (size, shape) and migration from Livecyte big data set of clone A and B</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b="1" lang="en" sz="1600">
                <a:solidFill>
                  <a:schemeClr val="dk1"/>
                </a:solidFill>
              </a:rPr>
              <a:t>Data Workshops  2 </a:t>
            </a:r>
            <a:r>
              <a:rPr lang="en" sz="1600">
                <a:solidFill>
                  <a:schemeClr val="dk1"/>
                </a:solidFill>
              </a:rPr>
              <a:t>- 3 </a:t>
            </a:r>
            <a:endParaRPr sz="1600">
              <a:solidFill>
                <a:schemeClr val="dk1"/>
              </a:solidFill>
            </a:endParaRPr>
          </a:p>
        </p:txBody>
      </p:sp>
      <p:sp>
        <p:nvSpPr>
          <p:cNvPr id="277" name="Google Shape;277;p40"/>
          <p:cNvSpPr txBox="1"/>
          <p:nvPr>
            <p:ph type="title"/>
          </p:nvPr>
        </p:nvSpPr>
        <p:spPr>
          <a:xfrm>
            <a:off x="264900" y="-49975"/>
            <a:ext cx="85470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2600"/>
              <a:t>How does the morphology differ between clone A and B?</a:t>
            </a:r>
            <a:endParaRPr b="0" sz="2600"/>
          </a:p>
        </p:txBody>
      </p:sp>
      <p:sp>
        <p:nvSpPr>
          <p:cNvPr id="278" name="Google Shape;278;p40"/>
          <p:cNvSpPr txBox="1"/>
          <p:nvPr/>
        </p:nvSpPr>
        <p:spPr>
          <a:xfrm>
            <a:off x="1679425" y="1487700"/>
            <a:ext cx="3030000" cy="12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279" name="Google Shape;279;p40"/>
          <p:cNvSpPr txBox="1"/>
          <p:nvPr/>
        </p:nvSpPr>
        <p:spPr>
          <a:xfrm>
            <a:off x="139825" y="1010675"/>
            <a:ext cx="2309700" cy="3590700"/>
          </a:xfrm>
          <a:prstGeom prst="rect">
            <a:avLst/>
          </a:prstGeom>
          <a:solidFill>
            <a:srgbClr val="EAD1DC"/>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rPr>
              <a:t>Qualitative analysis of the morphology of different MSC clone. Investigating the cell size, shape and actin cytoskeleton between clones A and B</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 sz="1500">
                <a:solidFill>
                  <a:schemeClr val="dk1"/>
                </a:solidFill>
              </a:rPr>
              <a:t>P1 - Cell Culture (detaching, counting and plating cells)</a:t>
            </a:r>
            <a:endParaRPr sz="1500">
              <a:solidFill>
                <a:schemeClr val="dk1"/>
              </a:solidFill>
            </a:endParaRPr>
          </a:p>
          <a:p>
            <a:pPr indent="0" lvl="0" marL="0" rtl="0" algn="l">
              <a:spcBef>
                <a:spcPts val="0"/>
              </a:spcBef>
              <a:spcAft>
                <a:spcPts val="0"/>
              </a:spcAft>
              <a:buNone/>
            </a:pPr>
            <a:r>
              <a:rPr lang="en" sz="1500">
                <a:solidFill>
                  <a:schemeClr val="dk1"/>
                </a:solidFill>
              </a:rPr>
              <a:t>P2 - Fixing and staining cells</a:t>
            </a:r>
            <a:endParaRPr sz="1500">
              <a:solidFill>
                <a:schemeClr val="dk1"/>
              </a:solidFill>
            </a:endParaRPr>
          </a:p>
          <a:p>
            <a:pPr indent="0" lvl="0" marL="0" rtl="0" algn="l">
              <a:spcBef>
                <a:spcPts val="0"/>
              </a:spcBef>
              <a:spcAft>
                <a:spcPts val="0"/>
              </a:spcAft>
              <a:buNone/>
            </a:pPr>
            <a:r>
              <a:rPr lang="en" sz="1500">
                <a:solidFill>
                  <a:schemeClr val="dk1"/>
                </a:solidFill>
              </a:rPr>
              <a:t>P3 - Fluorescent Microscopy </a:t>
            </a:r>
            <a:endParaRPr sz="1500">
              <a:solidFill>
                <a:schemeClr val="dk1"/>
              </a:solidFill>
            </a:endParaRPr>
          </a:p>
        </p:txBody>
      </p:sp>
      <p:sp>
        <p:nvSpPr>
          <p:cNvPr id="280" name="Google Shape;280;p40"/>
          <p:cNvSpPr/>
          <p:nvPr/>
        </p:nvSpPr>
        <p:spPr>
          <a:xfrm>
            <a:off x="2286125" y="2495538"/>
            <a:ext cx="305700" cy="271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81" name="Google Shape;281;p40"/>
          <p:cNvPicPr preferRelativeResize="0"/>
          <p:nvPr/>
        </p:nvPicPr>
        <p:blipFill rotWithShape="1">
          <a:blip r:embed="rId3">
            <a:alphaModFix/>
          </a:blip>
          <a:srcRect b="0" l="0" r="49726" t="0"/>
          <a:stretch/>
        </p:blipFill>
        <p:spPr>
          <a:xfrm>
            <a:off x="2591813" y="1010675"/>
            <a:ext cx="1615400" cy="1639850"/>
          </a:xfrm>
          <a:prstGeom prst="rect">
            <a:avLst/>
          </a:prstGeom>
          <a:noFill/>
          <a:ln>
            <a:noFill/>
          </a:ln>
        </p:spPr>
      </p:pic>
      <p:pic>
        <p:nvPicPr>
          <p:cNvPr id="282" name="Google Shape;282;p40"/>
          <p:cNvPicPr preferRelativeResize="0"/>
          <p:nvPr/>
        </p:nvPicPr>
        <p:blipFill rotWithShape="1">
          <a:blip r:embed="rId3">
            <a:alphaModFix/>
          </a:blip>
          <a:srcRect b="0" l="49726" r="0" t="0"/>
          <a:stretch/>
        </p:blipFill>
        <p:spPr>
          <a:xfrm>
            <a:off x="2548262" y="2670425"/>
            <a:ext cx="1615400" cy="1639850"/>
          </a:xfrm>
          <a:prstGeom prst="rect">
            <a:avLst/>
          </a:prstGeom>
          <a:noFill/>
          <a:ln>
            <a:noFill/>
          </a:ln>
        </p:spPr>
      </p:pic>
      <p:sp>
        <p:nvSpPr>
          <p:cNvPr id="283" name="Google Shape;283;p40"/>
          <p:cNvSpPr txBox="1"/>
          <p:nvPr/>
        </p:nvSpPr>
        <p:spPr>
          <a:xfrm>
            <a:off x="2515626" y="4322100"/>
            <a:ext cx="1833900" cy="3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Representative images, you won’t stain for Vinculin</a:t>
            </a:r>
            <a:endParaRPr sz="1200">
              <a:solidFill>
                <a:schemeClr val="dk1"/>
              </a:solidFill>
            </a:endParaRPr>
          </a:p>
        </p:txBody>
      </p:sp>
      <p:sp>
        <p:nvSpPr>
          <p:cNvPr id="284" name="Google Shape;284;p40"/>
          <p:cNvSpPr txBox="1"/>
          <p:nvPr/>
        </p:nvSpPr>
        <p:spPr>
          <a:xfrm>
            <a:off x="6845075" y="921650"/>
            <a:ext cx="2015700" cy="27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rPr>
              <a:t>How do the hMSC clones differ in morphology?</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lang="en" sz="1800">
                <a:solidFill>
                  <a:schemeClr val="dk1"/>
                </a:solidFill>
              </a:rPr>
              <a:t>Can the metrics distinguish between clones A and B?</a:t>
            </a:r>
            <a:endParaRPr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1"/>
          <p:cNvSpPr txBox="1"/>
          <p:nvPr>
            <p:ph type="title"/>
          </p:nvPr>
        </p:nvSpPr>
        <p:spPr>
          <a:xfrm>
            <a:off x="457200" y="205978"/>
            <a:ext cx="82296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3200"/>
              <a:t>Dataset Metrics</a:t>
            </a:r>
            <a:endParaRPr b="0" sz="3200"/>
          </a:p>
        </p:txBody>
      </p:sp>
      <p:sp>
        <p:nvSpPr>
          <p:cNvPr id="290" name="Google Shape;290;p41"/>
          <p:cNvSpPr txBox="1"/>
          <p:nvPr>
            <p:ph idx="1" type="body"/>
          </p:nvPr>
        </p:nvSpPr>
        <p:spPr>
          <a:xfrm>
            <a:off x="457200" y="1047750"/>
            <a:ext cx="8037300" cy="372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Calculated using the pixels in the image and phase delay caused by the refractive index from different features in the cell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 sz="1700"/>
              <a:t>Mean Thickness (μm)</a:t>
            </a:r>
            <a:r>
              <a:rPr lang="en" sz="1700"/>
              <a:t> - Total volume divided by total area of the cell</a:t>
            </a:r>
            <a:endParaRPr sz="1700"/>
          </a:p>
          <a:p>
            <a:pPr indent="0" lvl="0" marL="0" rtl="0" algn="l">
              <a:spcBef>
                <a:spcPts val="0"/>
              </a:spcBef>
              <a:spcAft>
                <a:spcPts val="0"/>
              </a:spcAft>
              <a:buNone/>
            </a:pPr>
            <a:r>
              <a:rPr b="1" lang="en" sz="1700"/>
              <a:t>Radius (</a:t>
            </a:r>
            <a:r>
              <a:rPr b="1" lang="en" sz="1700"/>
              <a:t>μm</a:t>
            </a:r>
            <a:r>
              <a:rPr b="1" lang="en" sz="1700"/>
              <a:t>)</a:t>
            </a:r>
            <a:r>
              <a:rPr lang="en" sz="1700"/>
              <a:t> - the radius of a circle that has the same segmented area as the cell</a:t>
            </a:r>
            <a:endParaRPr sz="1700"/>
          </a:p>
          <a:p>
            <a:pPr indent="0" lvl="0" marL="0" rtl="0" algn="l">
              <a:spcBef>
                <a:spcPts val="0"/>
              </a:spcBef>
              <a:spcAft>
                <a:spcPts val="0"/>
              </a:spcAft>
              <a:buNone/>
            </a:pPr>
            <a:r>
              <a:rPr b="1" lang="en" sz="1700"/>
              <a:t>Sphericity</a:t>
            </a:r>
            <a:r>
              <a:rPr lang="en" sz="1700"/>
              <a:t> - How round the cell is by comparing the surface area to a sphere of the same volume (0 = flat, 1 = round)</a:t>
            </a:r>
            <a:endParaRPr sz="1700"/>
          </a:p>
          <a:p>
            <a:pPr indent="0" lvl="0" marL="0" rtl="0" algn="l">
              <a:spcBef>
                <a:spcPts val="0"/>
              </a:spcBef>
              <a:spcAft>
                <a:spcPts val="0"/>
              </a:spcAft>
              <a:buNone/>
            </a:pPr>
            <a:r>
              <a:rPr b="1" lang="en" sz="1700"/>
              <a:t>Length and Width (</a:t>
            </a:r>
            <a:r>
              <a:rPr b="1" lang="en" sz="1700"/>
              <a:t>μm</a:t>
            </a:r>
            <a:r>
              <a:rPr b="1" lang="en" sz="1700"/>
              <a:t>)</a:t>
            </a:r>
            <a:r>
              <a:rPr lang="en" sz="1700"/>
              <a:t> - The length and width of the smallest box that could contain the segmented cell</a:t>
            </a:r>
            <a:endParaRPr sz="1700"/>
          </a:p>
          <a:p>
            <a:pPr indent="0" lvl="0" marL="0" rtl="0" algn="l">
              <a:spcBef>
                <a:spcPts val="0"/>
              </a:spcBef>
              <a:spcAft>
                <a:spcPts val="0"/>
              </a:spcAft>
              <a:buNone/>
            </a:pPr>
            <a:r>
              <a:rPr b="1" lang="en" sz="1700"/>
              <a:t>Dry Mass (pg)</a:t>
            </a:r>
            <a:r>
              <a:rPr lang="en" sz="1700"/>
              <a:t> - Estimated non-water mass of the cell </a:t>
            </a:r>
            <a:endParaRPr sz="1700"/>
          </a:p>
          <a:p>
            <a:pPr indent="0" lvl="0" marL="0" rtl="0" algn="l">
              <a:spcBef>
                <a:spcPts val="0"/>
              </a:spcBef>
              <a:spcAft>
                <a:spcPts val="0"/>
              </a:spcAft>
              <a:buNone/>
            </a:pPr>
            <a:r>
              <a:rPr b="1" lang="en" sz="1700"/>
              <a:t>Length to width</a:t>
            </a:r>
            <a:r>
              <a:rPr lang="en" sz="1700"/>
              <a:t> - Ratio of length to width  </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Also Volume (</a:t>
            </a:r>
            <a:r>
              <a:rPr lang="en" sz="1700"/>
              <a:t>μm</a:t>
            </a:r>
            <a:r>
              <a:rPr baseline="30000" lang="en" sz="1700"/>
              <a:t>3</a:t>
            </a:r>
            <a:r>
              <a:rPr lang="en" sz="1700"/>
              <a:t>), Area (</a:t>
            </a:r>
            <a:r>
              <a:rPr lang="en" sz="1700"/>
              <a:t>μm</a:t>
            </a:r>
            <a:r>
              <a:rPr baseline="30000" lang="en" sz="1700"/>
              <a:t>2</a:t>
            </a:r>
            <a:r>
              <a:rPr lang="en" sz="1700"/>
              <a:t>), </a:t>
            </a:r>
            <a:r>
              <a:rPr lang="en" sz="1700"/>
              <a:t>Perimetre (</a:t>
            </a:r>
            <a:r>
              <a:rPr lang="en" sz="1700"/>
              <a:t>μm</a:t>
            </a:r>
            <a:r>
              <a:rPr lang="en" sz="1700"/>
              <a:t>)</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do I need to do next week?</a:t>
            </a:r>
            <a:endParaRPr/>
          </a:p>
        </p:txBody>
      </p:sp>
      <p:sp>
        <p:nvSpPr>
          <p:cNvPr id="296" name="Google Shape;296;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solidFill>
                  <a:schemeClr val="dk1"/>
                </a:solidFill>
              </a:rPr>
              <a:t>Complete the</a:t>
            </a:r>
            <a:r>
              <a:rPr lang="en"/>
              <a:t> </a:t>
            </a:r>
            <a:r>
              <a:rPr lang="en" u="sng">
                <a:solidFill>
                  <a:schemeClr val="hlink"/>
                </a:solidFill>
                <a:hlinkClick r:id="rId3"/>
              </a:rPr>
              <a:t>preparatory work for </a:t>
            </a:r>
            <a:r>
              <a:rPr lang="en" u="sng">
                <a:solidFill>
                  <a:schemeClr val="hlink"/>
                </a:solidFill>
                <a:hlinkClick r:id="rId4"/>
              </a:rPr>
              <a:t>Practical 1</a:t>
            </a:r>
            <a:endParaRPr/>
          </a:p>
          <a:p>
            <a:pPr indent="-342900" lvl="1" marL="914400" rtl="0" algn="l">
              <a:spcBef>
                <a:spcPts val="0"/>
              </a:spcBef>
              <a:spcAft>
                <a:spcPts val="0"/>
              </a:spcAft>
              <a:buClr>
                <a:schemeClr val="dk1"/>
              </a:buClr>
              <a:buSzPts val="1800"/>
              <a:buChar char="○"/>
            </a:pPr>
            <a:r>
              <a:rPr lang="en" sz="1800">
                <a:solidFill>
                  <a:schemeClr val="dk1"/>
                </a:solidFill>
              </a:rPr>
              <a:t>Read through practical handout and watch </a:t>
            </a:r>
            <a:r>
              <a:rPr lang="en" sz="1800">
                <a:solidFill>
                  <a:schemeClr val="dk1"/>
                </a:solidFill>
              </a:rPr>
              <a:t>introductory</a:t>
            </a:r>
            <a:r>
              <a:rPr lang="en" sz="1800">
                <a:solidFill>
                  <a:schemeClr val="dk1"/>
                </a:solidFill>
              </a:rPr>
              <a:t> video</a:t>
            </a:r>
            <a:endParaRPr sz="1800">
              <a:solidFill>
                <a:schemeClr val="dk1"/>
              </a:solidFill>
            </a:endParaRPr>
          </a:p>
          <a:p>
            <a:pPr indent="0" lvl="0" marL="0" rtl="0" algn="l">
              <a:spcBef>
                <a:spcPts val="1200"/>
              </a:spcBef>
              <a:spcAft>
                <a:spcPts val="0"/>
              </a:spcAft>
              <a:buNone/>
            </a:pPr>
            <a:r>
              <a:t/>
            </a:r>
            <a:endParaRPr sz="1800">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Review the concepts and data analysis in this workshop and complete the consolidation exercise </a:t>
            </a:r>
            <a:endParaRPr>
              <a:solidFill>
                <a:schemeClr val="dk1"/>
              </a:solidFill>
            </a:endParaRPr>
          </a:p>
          <a:p>
            <a:pPr indent="0" lvl="0" marL="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Attend Practical 1</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